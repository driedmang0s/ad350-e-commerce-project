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68" r:id="rId5"/>
    <p:sldId id="259" r:id="rId6"/>
    <p:sldId id="269" r:id="rId7"/>
    <p:sldId id="260" r:id="rId8"/>
    <p:sldId id="261" r:id="rId9"/>
    <p:sldId id="262" r:id="rId10"/>
    <p:sldId id="263" r:id="rId11"/>
    <p:sldId id="270" r:id="rId12"/>
    <p:sldId id="264" r:id="rId13"/>
    <p:sldId id="271"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703578-D73F-4A70-96CC-567BFBEFEBDC}" v="8" dt="2026-06-16T20:47:43.9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37" d="100"/>
          <a:sy n="37" d="100"/>
        </p:scale>
        <p:origin x="48" y="18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irahman Ali" userId="33f1346c9b5c6626" providerId="LiveId" clId="{977CDADA-2471-4DAA-9D95-C0520B05F4AF}"/>
    <pc:docChg chg="undo custSel addSld delSld modSld">
      <pc:chgData name="Abdirahman Ali" userId="33f1346c9b5c6626" providerId="LiveId" clId="{977CDADA-2471-4DAA-9D95-C0520B05F4AF}" dt="2026-06-16T21:03:48.889" v="1706" actId="26606"/>
      <pc:docMkLst>
        <pc:docMk/>
      </pc:docMkLst>
      <pc:sldChg chg="addSp delSp modSp mod">
        <pc:chgData name="Abdirahman Ali" userId="33f1346c9b5c6626" providerId="LiveId" clId="{977CDADA-2471-4DAA-9D95-C0520B05F4AF}" dt="2026-06-16T20:44:07.893" v="14" actId="26606"/>
        <pc:sldMkLst>
          <pc:docMk/>
          <pc:sldMk cId="3768764288" sldId="257"/>
        </pc:sldMkLst>
        <pc:spChg chg="mod">
          <ac:chgData name="Abdirahman Ali" userId="33f1346c9b5c6626" providerId="LiveId" clId="{977CDADA-2471-4DAA-9D95-C0520B05F4AF}" dt="2026-06-16T20:44:07.893" v="14" actId="26606"/>
          <ac:spMkLst>
            <pc:docMk/>
            <pc:sldMk cId="3768764288" sldId="257"/>
            <ac:spMk id="2" creationId="{978D5F7B-EC95-C80D-17B0-A70A6008C054}"/>
          </ac:spMkLst>
        </pc:spChg>
        <pc:spChg chg="mod">
          <ac:chgData name="Abdirahman Ali" userId="33f1346c9b5c6626" providerId="LiveId" clId="{977CDADA-2471-4DAA-9D95-C0520B05F4AF}" dt="2026-06-16T20:44:07.893" v="14" actId="26606"/>
          <ac:spMkLst>
            <pc:docMk/>
            <pc:sldMk cId="3768764288" sldId="257"/>
            <ac:spMk id="3" creationId="{88864F75-B541-423E-C004-DA5B5D7DDB37}"/>
          </ac:spMkLst>
        </pc:spChg>
        <pc:spChg chg="add del">
          <ac:chgData name="Abdirahman Ali" userId="33f1346c9b5c6626" providerId="LiveId" clId="{977CDADA-2471-4DAA-9D95-C0520B05F4AF}" dt="2026-06-16T20:44:02.059" v="13" actId="26606"/>
          <ac:spMkLst>
            <pc:docMk/>
            <pc:sldMk cId="3768764288" sldId="257"/>
            <ac:spMk id="21" creationId="{DEE2AD96-B495-4E06-9291-B71706F728CB}"/>
          </ac:spMkLst>
        </pc:spChg>
        <pc:spChg chg="add del">
          <ac:chgData name="Abdirahman Ali" userId="33f1346c9b5c6626" providerId="LiveId" clId="{977CDADA-2471-4DAA-9D95-C0520B05F4AF}" dt="2026-06-16T20:44:07.893" v="14" actId="26606"/>
          <ac:spMkLst>
            <pc:docMk/>
            <pc:sldMk cId="3768764288" sldId="257"/>
            <ac:spMk id="23" creationId="{53CF6D67-C5A8-4ADD-9E8E-1E38CA1D3166}"/>
          </ac:spMkLst>
        </pc:spChg>
        <pc:spChg chg="add del">
          <ac:chgData name="Abdirahman Ali" userId="33f1346c9b5c6626" providerId="LiveId" clId="{977CDADA-2471-4DAA-9D95-C0520B05F4AF}" dt="2026-06-16T20:44:07.893" v="14" actId="26606"/>
          <ac:spMkLst>
            <pc:docMk/>
            <pc:sldMk cId="3768764288" sldId="257"/>
            <ac:spMk id="25" creationId="{86909FA0-B515-4681-B7A8-FA281D133B94}"/>
          </ac:spMkLst>
        </pc:spChg>
        <pc:spChg chg="add del">
          <ac:chgData name="Abdirahman Ali" userId="33f1346c9b5c6626" providerId="LiveId" clId="{977CDADA-2471-4DAA-9D95-C0520B05F4AF}" dt="2026-06-16T20:44:07.893" v="14" actId="26606"/>
          <ac:spMkLst>
            <pc:docMk/>
            <pc:sldMk cId="3768764288" sldId="257"/>
            <ac:spMk id="27" creationId="{21C9FE86-FCC3-4A31-AA1C-C882262B7FE7}"/>
          </ac:spMkLst>
        </pc:spChg>
        <pc:spChg chg="add del">
          <ac:chgData name="Abdirahman Ali" userId="33f1346c9b5c6626" providerId="LiveId" clId="{977CDADA-2471-4DAA-9D95-C0520B05F4AF}" dt="2026-06-16T20:44:07.893" v="14" actId="26606"/>
          <ac:spMkLst>
            <pc:docMk/>
            <pc:sldMk cId="3768764288" sldId="257"/>
            <ac:spMk id="29" creationId="{7D96243B-ECED-4B71-8E06-AE9A285EAD20}"/>
          </ac:spMkLst>
        </pc:spChg>
        <pc:spChg chg="add del">
          <ac:chgData name="Abdirahman Ali" userId="33f1346c9b5c6626" providerId="LiveId" clId="{977CDADA-2471-4DAA-9D95-C0520B05F4AF}" dt="2026-06-16T20:44:02.059" v="13" actId="26606"/>
          <ac:spMkLst>
            <pc:docMk/>
            <pc:sldMk cId="3768764288" sldId="257"/>
            <ac:spMk id="31" creationId="{A09989E4-EFDC-4A90-A633-E0525FB4139E}"/>
          </ac:spMkLst>
        </pc:spChg>
        <pc:spChg chg="add">
          <ac:chgData name="Abdirahman Ali" userId="33f1346c9b5c6626" providerId="LiveId" clId="{977CDADA-2471-4DAA-9D95-C0520B05F4AF}" dt="2026-06-16T20:44:07.893" v="14" actId="26606"/>
          <ac:spMkLst>
            <pc:docMk/>
            <pc:sldMk cId="3768764288" sldId="257"/>
            <ac:spMk id="35" creationId="{C4285719-470E-454C-AF62-8323075F1F5B}"/>
          </ac:spMkLst>
        </pc:spChg>
        <pc:spChg chg="add del">
          <ac:chgData name="Abdirahman Ali" userId="33f1346c9b5c6626" providerId="LiveId" clId="{977CDADA-2471-4DAA-9D95-C0520B05F4AF}" dt="2026-06-16T20:43:05.914" v="1" actId="26606"/>
          <ac:spMkLst>
            <pc:docMk/>
            <pc:sldMk cId="3768764288" sldId="257"/>
            <ac:spMk id="36" creationId="{09588DA8-065E-4F6F-8EFD-43104AB2E0CF}"/>
          </ac:spMkLst>
        </pc:spChg>
        <pc:spChg chg="add del">
          <ac:chgData name="Abdirahman Ali" userId="33f1346c9b5c6626" providerId="LiveId" clId="{977CDADA-2471-4DAA-9D95-C0520B05F4AF}" dt="2026-06-16T20:44:02.059" v="13" actId="26606"/>
          <ac:spMkLst>
            <pc:docMk/>
            <pc:sldMk cId="3768764288" sldId="257"/>
            <ac:spMk id="37" creationId="{C0763A76-9F1C-4FC5-82B7-DD475DA461B2}"/>
          </ac:spMkLst>
        </pc:spChg>
        <pc:spChg chg="add del">
          <ac:chgData name="Abdirahman Ali" userId="33f1346c9b5c6626" providerId="LiveId" clId="{977CDADA-2471-4DAA-9D95-C0520B05F4AF}" dt="2026-06-16T20:44:02.059" v="13" actId="26606"/>
          <ac:spMkLst>
            <pc:docMk/>
            <pc:sldMk cId="3768764288" sldId="257"/>
            <ac:spMk id="39" creationId="{E81BF4F6-F2CF-4984-9D14-D6966D92F99F}"/>
          </ac:spMkLst>
        </pc:spChg>
        <pc:spChg chg="add del">
          <ac:chgData name="Abdirahman Ali" userId="33f1346c9b5c6626" providerId="LiveId" clId="{977CDADA-2471-4DAA-9D95-C0520B05F4AF}" dt="2026-06-16T20:43:05.914" v="1" actId="26606"/>
          <ac:spMkLst>
            <pc:docMk/>
            <pc:sldMk cId="3768764288" sldId="257"/>
            <ac:spMk id="40" creationId="{CD9FE4EF-C4D8-49A0-B2FF-81D8DB7D8A24}"/>
          </ac:spMkLst>
        </pc:spChg>
        <pc:spChg chg="add">
          <ac:chgData name="Abdirahman Ali" userId="33f1346c9b5c6626" providerId="LiveId" clId="{977CDADA-2471-4DAA-9D95-C0520B05F4AF}" dt="2026-06-16T20:44:07.893" v="14" actId="26606"/>
          <ac:spMkLst>
            <pc:docMk/>
            <pc:sldMk cId="3768764288" sldId="257"/>
            <ac:spMk id="41" creationId="{CD9FE4EF-C4D8-49A0-B2FF-81D8DB7D8A24}"/>
          </ac:spMkLst>
        </pc:spChg>
        <pc:spChg chg="add del">
          <ac:chgData name="Abdirahman Ali" userId="33f1346c9b5c6626" providerId="LiveId" clId="{977CDADA-2471-4DAA-9D95-C0520B05F4AF}" dt="2026-06-16T20:43:05.914" v="1" actId="26606"/>
          <ac:spMkLst>
            <pc:docMk/>
            <pc:sldMk cId="3768764288" sldId="257"/>
            <ac:spMk id="42" creationId="{4300840D-0A0B-4512-BACA-B439D5B9C57C}"/>
          </ac:spMkLst>
        </pc:spChg>
        <pc:spChg chg="add del">
          <ac:chgData name="Abdirahman Ali" userId="33f1346c9b5c6626" providerId="LiveId" clId="{977CDADA-2471-4DAA-9D95-C0520B05F4AF}" dt="2026-06-16T20:43:05.914" v="1" actId="26606"/>
          <ac:spMkLst>
            <pc:docMk/>
            <pc:sldMk cId="3768764288" sldId="257"/>
            <ac:spMk id="44" creationId="{D2B78728-A580-49A7-84F9-6EF6F583ADE0}"/>
          </ac:spMkLst>
        </pc:spChg>
        <pc:spChg chg="add del">
          <ac:chgData name="Abdirahman Ali" userId="33f1346c9b5c6626" providerId="LiveId" clId="{977CDADA-2471-4DAA-9D95-C0520B05F4AF}" dt="2026-06-16T20:43:05.914" v="1" actId="26606"/>
          <ac:spMkLst>
            <pc:docMk/>
            <pc:sldMk cId="3768764288" sldId="257"/>
            <ac:spMk id="46" creationId="{38FAA1A1-D861-433F-88FA-1E9D6FD31D11}"/>
          </ac:spMkLst>
        </pc:spChg>
        <pc:spChg chg="add">
          <ac:chgData name="Abdirahman Ali" userId="33f1346c9b5c6626" providerId="LiveId" clId="{977CDADA-2471-4DAA-9D95-C0520B05F4AF}" dt="2026-06-16T20:44:07.893" v="14" actId="26606"/>
          <ac:spMkLst>
            <pc:docMk/>
            <pc:sldMk cId="3768764288" sldId="257"/>
            <ac:spMk id="47" creationId="{38FAA1A1-D861-433F-88FA-1E9D6FD31D11}"/>
          </ac:spMkLst>
        </pc:spChg>
        <pc:spChg chg="add">
          <ac:chgData name="Abdirahman Ali" userId="33f1346c9b5c6626" providerId="LiveId" clId="{977CDADA-2471-4DAA-9D95-C0520B05F4AF}" dt="2026-06-16T20:44:07.893" v="14" actId="26606"/>
          <ac:spMkLst>
            <pc:docMk/>
            <pc:sldMk cId="3768764288" sldId="257"/>
            <ac:spMk id="49" creationId="{8D71EDA1-87BF-4D5D-AB79-F346FD19278A}"/>
          </ac:spMkLst>
        </pc:spChg>
      </pc:sldChg>
      <pc:sldChg chg="modSp mod">
        <pc:chgData name="Abdirahman Ali" userId="33f1346c9b5c6626" providerId="LiveId" clId="{977CDADA-2471-4DAA-9D95-C0520B05F4AF}" dt="2026-06-16T20:44:01.190" v="12" actId="20577"/>
        <pc:sldMkLst>
          <pc:docMk/>
          <pc:sldMk cId="2172621310" sldId="258"/>
        </pc:sldMkLst>
        <pc:spChg chg="mod">
          <ac:chgData name="Abdirahman Ali" userId="33f1346c9b5c6626" providerId="LiveId" clId="{977CDADA-2471-4DAA-9D95-C0520B05F4AF}" dt="2026-06-16T20:44:01.190" v="12" actId="20577"/>
          <ac:spMkLst>
            <pc:docMk/>
            <pc:sldMk cId="2172621310" sldId="258"/>
            <ac:spMk id="5" creationId="{7C3C30DF-2326-686C-611E-840315740877}"/>
          </ac:spMkLst>
        </pc:spChg>
      </pc:sldChg>
      <pc:sldChg chg="addSp delSp modSp mod">
        <pc:chgData name="Abdirahman Ali" userId="33f1346c9b5c6626" providerId="LiveId" clId="{977CDADA-2471-4DAA-9D95-C0520B05F4AF}" dt="2026-06-16T21:03:48.889" v="1706" actId="26606"/>
        <pc:sldMkLst>
          <pc:docMk/>
          <pc:sldMk cId="4228893502" sldId="260"/>
        </pc:sldMkLst>
        <pc:spChg chg="mod">
          <ac:chgData name="Abdirahman Ali" userId="33f1346c9b5c6626" providerId="LiveId" clId="{977CDADA-2471-4DAA-9D95-C0520B05F4AF}" dt="2026-06-16T21:03:48.889" v="1706" actId="26606"/>
          <ac:spMkLst>
            <pc:docMk/>
            <pc:sldMk cId="4228893502" sldId="260"/>
            <ac:spMk id="2" creationId="{DB561D01-57CC-E7AE-8D23-51043461B609}"/>
          </ac:spMkLst>
        </pc:spChg>
        <pc:spChg chg="del">
          <ac:chgData name="Abdirahman Ali" userId="33f1346c9b5c6626" providerId="LiveId" clId="{977CDADA-2471-4DAA-9D95-C0520B05F4AF}" dt="2026-06-16T20:55:13.080" v="821" actId="26606"/>
          <ac:spMkLst>
            <pc:docMk/>
            <pc:sldMk cId="4228893502" sldId="260"/>
            <ac:spMk id="21" creationId="{A8384FB5-9ADC-4DDC-881B-597D56F5B15D}"/>
          </ac:spMkLst>
        </pc:spChg>
        <pc:spChg chg="del">
          <ac:chgData name="Abdirahman Ali" userId="33f1346c9b5c6626" providerId="LiveId" clId="{977CDADA-2471-4DAA-9D95-C0520B05F4AF}" dt="2026-06-16T20:55:13.080" v="821" actId="26606"/>
          <ac:spMkLst>
            <pc:docMk/>
            <pc:sldMk cId="4228893502" sldId="260"/>
            <ac:spMk id="23" creationId="{91E5A9A7-95C6-4F4F-B00E-C82E07FE62EF}"/>
          </ac:spMkLst>
        </pc:spChg>
        <pc:spChg chg="del">
          <ac:chgData name="Abdirahman Ali" userId="33f1346c9b5c6626" providerId="LiveId" clId="{977CDADA-2471-4DAA-9D95-C0520B05F4AF}" dt="2026-06-16T20:55:13.080" v="821" actId="26606"/>
          <ac:spMkLst>
            <pc:docMk/>
            <pc:sldMk cId="4228893502" sldId="260"/>
            <ac:spMk id="25" creationId="{D07DD2DE-F619-49DD-B5E7-03A290FF4ED1}"/>
          </ac:spMkLst>
        </pc:spChg>
        <pc:spChg chg="del">
          <ac:chgData name="Abdirahman Ali" userId="33f1346c9b5c6626" providerId="LiveId" clId="{977CDADA-2471-4DAA-9D95-C0520B05F4AF}" dt="2026-06-16T20:55:13.080" v="821" actId="26606"/>
          <ac:spMkLst>
            <pc:docMk/>
            <pc:sldMk cId="4228893502" sldId="260"/>
            <ac:spMk id="27" creationId="{85149191-5F60-4A28-AAFF-039F96B0F3EC}"/>
          </ac:spMkLst>
        </pc:spChg>
        <pc:spChg chg="del">
          <ac:chgData name="Abdirahman Ali" userId="33f1346c9b5c6626" providerId="LiveId" clId="{977CDADA-2471-4DAA-9D95-C0520B05F4AF}" dt="2026-06-16T20:55:13.080" v="821" actId="26606"/>
          <ac:spMkLst>
            <pc:docMk/>
            <pc:sldMk cId="4228893502" sldId="260"/>
            <ac:spMk id="29" creationId="{F8260ED5-17F7-4158-B241-D51DD4CF1B7E}"/>
          </ac:spMkLst>
        </pc:spChg>
        <pc:spChg chg="add del">
          <ac:chgData name="Abdirahman Ali" userId="33f1346c9b5c6626" providerId="LiveId" clId="{977CDADA-2471-4DAA-9D95-C0520B05F4AF}" dt="2026-06-16T21:03:48.889" v="1706" actId="26606"/>
          <ac:spMkLst>
            <pc:docMk/>
            <pc:sldMk cId="4228893502" sldId="260"/>
            <ac:spMk id="34" creationId="{A4AC5506-6312-4701-8D3C-40187889A947}"/>
          </ac:spMkLst>
        </pc:spChg>
        <pc:spChg chg="add">
          <ac:chgData name="Abdirahman Ali" userId="33f1346c9b5c6626" providerId="LiveId" clId="{977CDADA-2471-4DAA-9D95-C0520B05F4AF}" dt="2026-06-16T21:03:48.889" v="1706" actId="26606"/>
          <ac:spMkLst>
            <pc:docMk/>
            <pc:sldMk cId="4228893502" sldId="260"/>
            <ac:spMk id="39" creationId="{A8384FB5-9ADC-4DDC-881B-597D56F5B15D}"/>
          </ac:spMkLst>
        </pc:spChg>
        <pc:spChg chg="add">
          <ac:chgData name="Abdirahman Ali" userId="33f1346c9b5c6626" providerId="LiveId" clId="{977CDADA-2471-4DAA-9D95-C0520B05F4AF}" dt="2026-06-16T21:03:48.889" v="1706" actId="26606"/>
          <ac:spMkLst>
            <pc:docMk/>
            <pc:sldMk cId="4228893502" sldId="260"/>
            <ac:spMk id="41" creationId="{91E5A9A7-95C6-4F4F-B00E-C82E07FE62EF}"/>
          </ac:spMkLst>
        </pc:spChg>
        <pc:spChg chg="add">
          <ac:chgData name="Abdirahman Ali" userId="33f1346c9b5c6626" providerId="LiveId" clId="{977CDADA-2471-4DAA-9D95-C0520B05F4AF}" dt="2026-06-16T21:03:48.889" v="1706" actId="26606"/>
          <ac:spMkLst>
            <pc:docMk/>
            <pc:sldMk cId="4228893502" sldId="260"/>
            <ac:spMk id="43" creationId="{D07DD2DE-F619-49DD-B5E7-03A290FF4ED1}"/>
          </ac:spMkLst>
        </pc:spChg>
        <pc:spChg chg="add">
          <ac:chgData name="Abdirahman Ali" userId="33f1346c9b5c6626" providerId="LiveId" clId="{977CDADA-2471-4DAA-9D95-C0520B05F4AF}" dt="2026-06-16T21:03:48.889" v="1706" actId="26606"/>
          <ac:spMkLst>
            <pc:docMk/>
            <pc:sldMk cId="4228893502" sldId="260"/>
            <ac:spMk id="45" creationId="{85149191-5F60-4A28-AAFF-039F96B0F3EC}"/>
          </ac:spMkLst>
        </pc:spChg>
        <pc:spChg chg="add">
          <ac:chgData name="Abdirahman Ali" userId="33f1346c9b5c6626" providerId="LiveId" clId="{977CDADA-2471-4DAA-9D95-C0520B05F4AF}" dt="2026-06-16T21:03:48.889" v="1706" actId="26606"/>
          <ac:spMkLst>
            <pc:docMk/>
            <pc:sldMk cId="4228893502" sldId="260"/>
            <ac:spMk id="47" creationId="{F8260ED5-17F7-4158-B241-D51DD4CF1B7E}"/>
          </ac:spMkLst>
        </pc:spChg>
        <pc:picChg chg="mod">
          <ac:chgData name="Abdirahman Ali" userId="33f1346c9b5c6626" providerId="LiveId" clId="{977CDADA-2471-4DAA-9D95-C0520B05F4AF}" dt="2026-06-16T21:03:48.889" v="1706" actId="26606"/>
          <ac:picMkLst>
            <pc:docMk/>
            <pc:sldMk cId="4228893502" sldId="260"/>
            <ac:picMk id="5" creationId="{2C213487-C765-F080-EA17-06061ED16B44}"/>
          </ac:picMkLst>
        </pc:picChg>
      </pc:sldChg>
      <pc:sldChg chg="addSp delSp modSp mod">
        <pc:chgData name="Abdirahman Ali" userId="33f1346c9b5c6626" providerId="LiveId" clId="{977CDADA-2471-4DAA-9D95-C0520B05F4AF}" dt="2026-06-16T20:55:32.428" v="828" actId="26606"/>
        <pc:sldMkLst>
          <pc:docMk/>
          <pc:sldMk cId="1448368463" sldId="261"/>
        </pc:sldMkLst>
        <pc:spChg chg="mod">
          <ac:chgData name="Abdirahman Ali" userId="33f1346c9b5c6626" providerId="LiveId" clId="{977CDADA-2471-4DAA-9D95-C0520B05F4AF}" dt="2026-06-16T20:55:32.410" v="827" actId="26606"/>
          <ac:spMkLst>
            <pc:docMk/>
            <pc:sldMk cId="1448368463" sldId="261"/>
            <ac:spMk id="2" creationId="{41BCF831-A486-46F9-F860-F09924919884}"/>
          </ac:spMkLst>
        </pc:spChg>
        <pc:spChg chg="add del">
          <ac:chgData name="Abdirahman Ali" userId="33f1346c9b5c6626" providerId="LiveId" clId="{977CDADA-2471-4DAA-9D95-C0520B05F4AF}" dt="2026-06-16T20:55:32.428" v="828" actId="26606"/>
          <ac:spMkLst>
            <pc:docMk/>
            <pc:sldMk cId="1448368463" sldId="261"/>
            <ac:spMk id="10" creationId="{A8384FB5-9ADC-4DDC-881B-597D56F5B15D}"/>
          </ac:spMkLst>
        </pc:spChg>
        <pc:spChg chg="add del">
          <ac:chgData name="Abdirahman Ali" userId="33f1346c9b5c6626" providerId="LiveId" clId="{977CDADA-2471-4DAA-9D95-C0520B05F4AF}" dt="2026-06-16T20:55:32.428" v="828" actId="26606"/>
          <ac:spMkLst>
            <pc:docMk/>
            <pc:sldMk cId="1448368463" sldId="261"/>
            <ac:spMk id="12" creationId="{91E5A9A7-95C6-4F4F-B00E-C82E07FE62EF}"/>
          </ac:spMkLst>
        </pc:spChg>
        <pc:spChg chg="add del">
          <ac:chgData name="Abdirahman Ali" userId="33f1346c9b5c6626" providerId="LiveId" clId="{977CDADA-2471-4DAA-9D95-C0520B05F4AF}" dt="2026-06-16T20:55:32.428" v="828" actId="26606"/>
          <ac:spMkLst>
            <pc:docMk/>
            <pc:sldMk cId="1448368463" sldId="261"/>
            <ac:spMk id="14" creationId="{D07DD2DE-F619-49DD-B5E7-03A290FF4ED1}"/>
          </ac:spMkLst>
        </pc:spChg>
        <pc:spChg chg="add del">
          <ac:chgData name="Abdirahman Ali" userId="33f1346c9b5c6626" providerId="LiveId" clId="{977CDADA-2471-4DAA-9D95-C0520B05F4AF}" dt="2026-06-16T20:55:32.428" v="828" actId="26606"/>
          <ac:spMkLst>
            <pc:docMk/>
            <pc:sldMk cId="1448368463" sldId="261"/>
            <ac:spMk id="16" creationId="{85149191-5F60-4A28-AAFF-039F96B0F3EC}"/>
          </ac:spMkLst>
        </pc:spChg>
        <pc:spChg chg="add del">
          <ac:chgData name="Abdirahman Ali" userId="33f1346c9b5c6626" providerId="LiveId" clId="{977CDADA-2471-4DAA-9D95-C0520B05F4AF}" dt="2026-06-16T20:55:32.428" v="828" actId="26606"/>
          <ac:spMkLst>
            <pc:docMk/>
            <pc:sldMk cId="1448368463" sldId="261"/>
            <ac:spMk id="18" creationId="{F8260ED5-17F7-4158-B241-D51DD4CF1B7E}"/>
          </ac:spMkLst>
        </pc:spChg>
        <pc:spChg chg="add del">
          <ac:chgData name="Abdirahman Ali" userId="33f1346c9b5c6626" providerId="LiveId" clId="{977CDADA-2471-4DAA-9D95-C0520B05F4AF}" dt="2026-06-16T20:55:31.230" v="825" actId="26606"/>
          <ac:spMkLst>
            <pc:docMk/>
            <pc:sldMk cId="1448368463" sldId="261"/>
            <ac:spMk id="22" creationId="{CA40247D-9F12-F88F-26EE-D2A28D788161}"/>
          </ac:spMkLst>
        </pc:spChg>
        <pc:spChg chg="add del">
          <ac:chgData name="Abdirahman Ali" userId="33f1346c9b5c6626" providerId="LiveId" clId="{977CDADA-2471-4DAA-9D95-C0520B05F4AF}" dt="2026-06-16T20:55:29.079" v="823" actId="26606"/>
          <ac:spMkLst>
            <pc:docMk/>
            <pc:sldMk cId="1448368463" sldId="261"/>
            <ac:spMk id="23" creationId="{3C54F4CE-85F0-46ED-80DA-9518C9251AD1}"/>
          </ac:spMkLst>
        </pc:spChg>
        <pc:spChg chg="add del">
          <ac:chgData name="Abdirahman Ali" userId="33f1346c9b5c6626" providerId="LiveId" clId="{977CDADA-2471-4DAA-9D95-C0520B05F4AF}" dt="2026-06-16T20:55:29.079" v="823" actId="26606"/>
          <ac:spMkLst>
            <pc:docMk/>
            <pc:sldMk cId="1448368463" sldId="261"/>
            <ac:spMk id="25" creationId="{DADD1FCA-8ACB-4958-81DD-4CDD6D3E1921}"/>
          </ac:spMkLst>
        </pc:spChg>
        <pc:spChg chg="add del">
          <ac:chgData name="Abdirahman Ali" userId="33f1346c9b5c6626" providerId="LiveId" clId="{977CDADA-2471-4DAA-9D95-C0520B05F4AF}" dt="2026-06-16T20:55:31.230" v="825" actId="26606"/>
          <ac:spMkLst>
            <pc:docMk/>
            <pc:sldMk cId="1448368463" sldId="261"/>
            <ac:spMk id="27" creationId="{A344AAA5-41F4-4862-97EF-688D31DC7567}"/>
          </ac:spMkLst>
        </pc:spChg>
        <pc:spChg chg="add del">
          <ac:chgData name="Abdirahman Ali" userId="33f1346c9b5c6626" providerId="LiveId" clId="{977CDADA-2471-4DAA-9D95-C0520B05F4AF}" dt="2026-06-16T20:55:31.230" v="825" actId="26606"/>
          <ac:spMkLst>
            <pc:docMk/>
            <pc:sldMk cId="1448368463" sldId="261"/>
            <ac:spMk id="28" creationId="{2596F992-698C-48C0-9D89-70DA4CE927EF}"/>
          </ac:spMkLst>
        </pc:spChg>
        <pc:spChg chg="add del">
          <ac:chgData name="Abdirahman Ali" userId="33f1346c9b5c6626" providerId="LiveId" clId="{977CDADA-2471-4DAA-9D95-C0520B05F4AF}" dt="2026-06-16T20:55:31.230" v="825" actId="26606"/>
          <ac:spMkLst>
            <pc:docMk/>
            <pc:sldMk cId="1448368463" sldId="261"/>
            <ac:spMk id="29" creationId="{69E1A62C-2AAF-4B3E-8CDB-65E237080997}"/>
          </ac:spMkLst>
        </pc:spChg>
        <pc:spChg chg="add del">
          <ac:chgData name="Abdirahman Ali" userId="33f1346c9b5c6626" providerId="LiveId" clId="{977CDADA-2471-4DAA-9D95-C0520B05F4AF}" dt="2026-06-16T20:55:32.410" v="827" actId="26606"/>
          <ac:spMkLst>
            <pc:docMk/>
            <pc:sldMk cId="1448368463" sldId="261"/>
            <ac:spMk id="31" creationId="{D4771268-CB57-404A-9271-370EB28F6090}"/>
          </ac:spMkLst>
        </pc:spChg>
        <pc:spChg chg="add">
          <ac:chgData name="Abdirahman Ali" userId="33f1346c9b5c6626" providerId="LiveId" clId="{977CDADA-2471-4DAA-9D95-C0520B05F4AF}" dt="2026-06-16T20:55:32.428" v="828" actId="26606"/>
          <ac:spMkLst>
            <pc:docMk/>
            <pc:sldMk cId="1448368463" sldId="261"/>
            <ac:spMk id="33" creationId="{A8384FB5-9ADC-4DDC-881B-597D56F5B15D}"/>
          </ac:spMkLst>
        </pc:spChg>
        <pc:spChg chg="add">
          <ac:chgData name="Abdirahman Ali" userId="33f1346c9b5c6626" providerId="LiveId" clId="{977CDADA-2471-4DAA-9D95-C0520B05F4AF}" dt="2026-06-16T20:55:32.428" v="828" actId="26606"/>
          <ac:spMkLst>
            <pc:docMk/>
            <pc:sldMk cId="1448368463" sldId="261"/>
            <ac:spMk id="34" creationId="{91E5A9A7-95C6-4F4F-B00E-C82E07FE62EF}"/>
          </ac:spMkLst>
        </pc:spChg>
        <pc:spChg chg="add">
          <ac:chgData name="Abdirahman Ali" userId="33f1346c9b5c6626" providerId="LiveId" clId="{977CDADA-2471-4DAA-9D95-C0520B05F4AF}" dt="2026-06-16T20:55:32.428" v="828" actId="26606"/>
          <ac:spMkLst>
            <pc:docMk/>
            <pc:sldMk cId="1448368463" sldId="261"/>
            <ac:spMk id="35" creationId="{D07DD2DE-F619-49DD-B5E7-03A290FF4ED1}"/>
          </ac:spMkLst>
        </pc:spChg>
        <pc:spChg chg="add">
          <ac:chgData name="Abdirahman Ali" userId="33f1346c9b5c6626" providerId="LiveId" clId="{977CDADA-2471-4DAA-9D95-C0520B05F4AF}" dt="2026-06-16T20:55:32.428" v="828" actId="26606"/>
          <ac:spMkLst>
            <pc:docMk/>
            <pc:sldMk cId="1448368463" sldId="261"/>
            <ac:spMk id="36" creationId="{85149191-5F60-4A28-AAFF-039F96B0F3EC}"/>
          </ac:spMkLst>
        </pc:spChg>
        <pc:spChg chg="add">
          <ac:chgData name="Abdirahman Ali" userId="33f1346c9b5c6626" providerId="LiveId" clId="{977CDADA-2471-4DAA-9D95-C0520B05F4AF}" dt="2026-06-16T20:55:32.428" v="828" actId="26606"/>
          <ac:spMkLst>
            <pc:docMk/>
            <pc:sldMk cId="1448368463" sldId="261"/>
            <ac:spMk id="37" creationId="{F8260ED5-17F7-4158-B241-D51DD4CF1B7E}"/>
          </ac:spMkLst>
        </pc:spChg>
        <pc:picChg chg="mod">
          <ac:chgData name="Abdirahman Ali" userId="33f1346c9b5c6626" providerId="LiveId" clId="{977CDADA-2471-4DAA-9D95-C0520B05F4AF}" dt="2026-06-16T20:55:32.410" v="827" actId="26606"/>
          <ac:picMkLst>
            <pc:docMk/>
            <pc:sldMk cId="1448368463" sldId="261"/>
            <ac:picMk id="5" creationId="{8DB6967E-DC1D-2C23-BAAA-846C747081ED}"/>
          </ac:picMkLst>
        </pc:picChg>
      </pc:sldChg>
      <pc:sldChg chg="addSp delSp modSp mod">
        <pc:chgData name="Abdirahman Ali" userId="33f1346c9b5c6626" providerId="LiveId" clId="{977CDADA-2471-4DAA-9D95-C0520B05F4AF}" dt="2026-06-16T21:03:23.475" v="1701" actId="26606"/>
        <pc:sldMkLst>
          <pc:docMk/>
          <pc:sldMk cId="3389968098" sldId="264"/>
        </pc:sldMkLst>
        <pc:spChg chg="mod">
          <ac:chgData name="Abdirahman Ali" userId="33f1346c9b5c6626" providerId="LiveId" clId="{977CDADA-2471-4DAA-9D95-C0520B05F4AF}" dt="2026-06-16T21:03:23.475" v="1701" actId="26606"/>
          <ac:spMkLst>
            <pc:docMk/>
            <pc:sldMk cId="3389968098" sldId="264"/>
            <ac:spMk id="2" creationId="{CD5F8293-B74E-52EA-A573-B8B39AAE0890}"/>
          </ac:spMkLst>
        </pc:spChg>
        <pc:spChg chg="add mod">
          <ac:chgData name="Abdirahman Ali" userId="33f1346c9b5c6626" providerId="LiveId" clId="{977CDADA-2471-4DAA-9D95-C0520B05F4AF}" dt="2026-06-16T21:03:23.475" v="1701" actId="26606"/>
          <ac:spMkLst>
            <pc:docMk/>
            <pc:sldMk cId="3389968098" sldId="264"/>
            <ac:spMk id="3" creationId="{703A94C8-CDDB-2828-670F-0B7B8D7CA88C}"/>
          </ac:spMkLst>
        </pc:spChg>
        <pc:spChg chg="add del">
          <ac:chgData name="Abdirahman Ali" userId="33f1346c9b5c6626" providerId="LiveId" clId="{977CDADA-2471-4DAA-9D95-C0520B05F4AF}" dt="2026-06-16T20:55:58.039" v="831" actId="26606"/>
          <ac:spMkLst>
            <pc:docMk/>
            <pc:sldMk cId="3389968098" sldId="264"/>
            <ac:spMk id="10" creationId="{A8384FB5-9ADC-4DDC-881B-597D56F5B15D}"/>
          </ac:spMkLst>
        </pc:spChg>
        <pc:spChg chg="add del">
          <ac:chgData name="Abdirahman Ali" userId="33f1346c9b5c6626" providerId="LiveId" clId="{977CDADA-2471-4DAA-9D95-C0520B05F4AF}" dt="2026-06-16T20:55:58.039" v="831" actId="26606"/>
          <ac:spMkLst>
            <pc:docMk/>
            <pc:sldMk cId="3389968098" sldId="264"/>
            <ac:spMk id="12" creationId="{1199E1B1-A8C0-4FE8-A5A8-1CB41D69F857}"/>
          </ac:spMkLst>
        </pc:spChg>
        <pc:spChg chg="add del">
          <ac:chgData name="Abdirahman Ali" userId="33f1346c9b5c6626" providerId="LiveId" clId="{977CDADA-2471-4DAA-9D95-C0520B05F4AF}" dt="2026-06-16T20:55:58.039" v="831" actId="26606"/>
          <ac:spMkLst>
            <pc:docMk/>
            <pc:sldMk cId="3389968098" sldId="264"/>
            <ac:spMk id="14" creationId="{84A8DE83-DE75-4B41-9DB4-A7EC0B0DEC0B}"/>
          </ac:spMkLst>
        </pc:spChg>
        <pc:spChg chg="add del">
          <ac:chgData name="Abdirahman Ali" userId="33f1346c9b5c6626" providerId="LiveId" clId="{977CDADA-2471-4DAA-9D95-C0520B05F4AF}" dt="2026-06-16T20:55:58.039" v="831" actId="26606"/>
          <ac:spMkLst>
            <pc:docMk/>
            <pc:sldMk cId="3389968098" sldId="264"/>
            <ac:spMk id="16" creationId="{A7009A0A-BEF5-4EAC-AF15-E4F9F002E239}"/>
          </ac:spMkLst>
        </pc:spChg>
        <pc:spChg chg="add del">
          <ac:chgData name="Abdirahman Ali" userId="33f1346c9b5c6626" providerId="LiveId" clId="{977CDADA-2471-4DAA-9D95-C0520B05F4AF}" dt="2026-06-16T20:55:58.025" v="830" actId="26606"/>
          <ac:spMkLst>
            <pc:docMk/>
            <pc:sldMk cId="3389968098" sldId="264"/>
            <ac:spMk id="21" creationId="{A4AC5506-6312-4701-8D3C-40187889A947}"/>
          </ac:spMkLst>
        </pc:spChg>
        <pc:spChg chg="add">
          <ac:chgData name="Abdirahman Ali" userId="33f1346c9b5c6626" providerId="LiveId" clId="{977CDADA-2471-4DAA-9D95-C0520B05F4AF}" dt="2026-06-16T20:55:58.039" v="831" actId="26606"/>
          <ac:spMkLst>
            <pc:docMk/>
            <pc:sldMk cId="3389968098" sldId="264"/>
            <ac:spMk id="23" creationId="{91E5A9A7-95C6-4F4F-B00E-C82E07FE62EF}"/>
          </ac:spMkLst>
        </pc:spChg>
        <pc:spChg chg="add del">
          <ac:chgData name="Abdirahman Ali" userId="33f1346c9b5c6626" providerId="LiveId" clId="{977CDADA-2471-4DAA-9D95-C0520B05F4AF}" dt="2026-06-16T20:58:39.799" v="1141" actId="26606"/>
          <ac:spMkLst>
            <pc:docMk/>
            <pc:sldMk cId="3389968098" sldId="264"/>
            <ac:spMk id="24" creationId="{A8384FB5-9ADC-4DDC-881B-597D56F5B15D}"/>
          </ac:spMkLst>
        </pc:spChg>
        <pc:spChg chg="add del">
          <ac:chgData name="Abdirahman Ali" userId="33f1346c9b5c6626" providerId="LiveId" clId="{977CDADA-2471-4DAA-9D95-C0520B05F4AF}" dt="2026-06-16T20:58:39.799" v="1141" actId="26606"/>
          <ac:spMkLst>
            <pc:docMk/>
            <pc:sldMk cId="3389968098" sldId="264"/>
            <ac:spMk id="25" creationId="{D07DD2DE-F619-49DD-B5E7-03A290FF4ED1}"/>
          </ac:spMkLst>
        </pc:spChg>
        <pc:spChg chg="add del">
          <ac:chgData name="Abdirahman Ali" userId="33f1346c9b5c6626" providerId="LiveId" clId="{977CDADA-2471-4DAA-9D95-C0520B05F4AF}" dt="2026-06-16T20:58:39.799" v="1141" actId="26606"/>
          <ac:spMkLst>
            <pc:docMk/>
            <pc:sldMk cId="3389968098" sldId="264"/>
            <ac:spMk id="27" creationId="{85149191-5F60-4A28-AAFF-039F96B0F3EC}"/>
          </ac:spMkLst>
        </pc:spChg>
        <pc:spChg chg="add del">
          <ac:chgData name="Abdirahman Ali" userId="33f1346c9b5c6626" providerId="LiveId" clId="{977CDADA-2471-4DAA-9D95-C0520B05F4AF}" dt="2026-06-16T20:58:39.799" v="1141" actId="26606"/>
          <ac:spMkLst>
            <pc:docMk/>
            <pc:sldMk cId="3389968098" sldId="264"/>
            <ac:spMk id="29" creationId="{F8260ED5-17F7-4158-B241-D51DD4CF1B7E}"/>
          </ac:spMkLst>
        </pc:spChg>
        <pc:spChg chg="add del">
          <ac:chgData name="Abdirahman Ali" userId="33f1346c9b5c6626" providerId="LiveId" clId="{977CDADA-2471-4DAA-9D95-C0520B05F4AF}" dt="2026-06-16T21:03:23.475" v="1701" actId="26606"/>
          <ac:spMkLst>
            <pc:docMk/>
            <pc:sldMk cId="3389968098" sldId="264"/>
            <ac:spMk id="34" creationId="{1B15ED52-F352-441B-82BF-E0EA34836D08}"/>
          </ac:spMkLst>
        </pc:spChg>
        <pc:spChg chg="add del">
          <ac:chgData name="Abdirahman Ali" userId="33f1346c9b5c6626" providerId="LiveId" clId="{977CDADA-2471-4DAA-9D95-C0520B05F4AF}" dt="2026-06-16T21:03:23.475" v="1701" actId="26606"/>
          <ac:spMkLst>
            <pc:docMk/>
            <pc:sldMk cId="3389968098" sldId="264"/>
            <ac:spMk id="36" creationId="{3B2E3793-BFE6-45A2-9B7B-E18844431C99}"/>
          </ac:spMkLst>
        </pc:spChg>
        <pc:spChg chg="add del">
          <ac:chgData name="Abdirahman Ali" userId="33f1346c9b5c6626" providerId="LiveId" clId="{977CDADA-2471-4DAA-9D95-C0520B05F4AF}" dt="2026-06-16T21:03:23.475" v="1701" actId="26606"/>
          <ac:spMkLst>
            <pc:docMk/>
            <pc:sldMk cId="3389968098" sldId="264"/>
            <ac:spMk id="38" creationId="{BC4C4868-CB8F-4AF9-9CDB-8108F2C19B67}"/>
          </ac:spMkLst>
        </pc:spChg>
        <pc:spChg chg="add del">
          <ac:chgData name="Abdirahman Ali" userId="33f1346c9b5c6626" providerId="LiveId" clId="{977CDADA-2471-4DAA-9D95-C0520B05F4AF}" dt="2026-06-16T21:03:23.475" v="1701" actId="26606"/>
          <ac:spMkLst>
            <pc:docMk/>
            <pc:sldMk cId="3389968098" sldId="264"/>
            <ac:spMk id="40" creationId="{375E0459-6403-40CD-989D-56A4407CA12E}"/>
          </ac:spMkLst>
        </pc:spChg>
        <pc:spChg chg="add del">
          <ac:chgData name="Abdirahman Ali" userId="33f1346c9b5c6626" providerId="LiveId" clId="{977CDADA-2471-4DAA-9D95-C0520B05F4AF}" dt="2026-06-16T21:03:23.475" v="1701" actId="26606"/>
          <ac:spMkLst>
            <pc:docMk/>
            <pc:sldMk cId="3389968098" sldId="264"/>
            <ac:spMk id="42" creationId="{53E5B1A8-3AC9-4BD1-9BBC-78CA94F2D1BA}"/>
          </ac:spMkLst>
        </pc:spChg>
        <pc:spChg chg="add del">
          <ac:chgData name="Abdirahman Ali" userId="33f1346c9b5c6626" providerId="LiveId" clId="{977CDADA-2471-4DAA-9D95-C0520B05F4AF}" dt="2026-06-16T21:03:23.475" v="1701" actId="26606"/>
          <ac:spMkLst>
            <pc:docMk/>
            <pc:sldMk cId="3389968098" sldId="264"/>
            <ac:spMk id="47" creationId="{B6FACB3C-9069-4791-BC5C-0DB7CD19B853}"/>
          </ac:spMkLst>
        </pc:spChg>
        <pc:spChg chg="add del">
          <ac:chgData name="Abdirahman Ali" userId="33f1346c9b5c6626" providerId="LiveId" clId="{977CDADA-2471-4DAA-9D95-C0520B05F4AF}" dt="2026-06-16T21:03:23.475" v="1701" actId="26606"/>
          <ac:spMkLst>
            <pc:docMk/>
            <pc:sldMk cId="3389968098" sldId="264"/>
            <ac:spMk id="49" creationId="{71F2038E-D777-4B76-81DD-DD13EE91B9DD}"/>
          </ac:spMkLst>
        </pc:spChg>
        <pc:picChg chg="mod ord">
          <ac:chgData name="Abdirahman Ali" userId="33f1346c9b5c6626" providerId="LiveId" clId="{977CDADA-2471-4DAA-9D95-C0520B05F4AF}" dt="2026-06-16T21:03:23.475" v="1701" actId="26606"/>
          <ac:picMkLst>
            <pc:docMk/>
            <pc:sldMk cId="3389968098" sldId="264"/>
            <ac:picMk id="5" creationId="{377CCC30-612A-D838-E75E-7FC9752BCA0D}"/>
          </ac:picMkLst>
        </pc:picChg>
      </pc:sldChg>
      <pc:sldChg chg="addSp delSp modSp mod setBg">
        <pc:chgData name="Abdirahman Ali" userId="33f1346c9b5c6626" providerId="LiveId" clId="{977CDADA-2471-4DAA-9D95-C0520B05F4AF}" dt="2026-06-16T21:03:39.496" v="1705" actId="26606"/>
        <pc:sldMkLst>
          <pc:docMk/>
          <pc:sldMk cId="2240625527" sldId="265"/>
        </pc:sldMkLst>
        <pc:spChg chg="mod">
          <ac:chgData name="Abdirahman Ali" userId="33f1346c9b5c6626" providerId="LiveId" clId="{977CDADA-2471-4DAA-9D95-C0520B05F4AF}" dt="2026-06-16T21:03:39.496" v="1705" actId="26606"/>
          <ac:spMkLst>
            <pc:docMk/>
            <pc:sldMk cId="2240625527" sldId="265"/>
            <ac:spMk id="2" creationId="{714C74EA-D905-403A-A968-210F138C1762}"/>
          </ac:spMkLst>
        </pc:spChg>
        <pc:spChg chg="mod">
          <ac:chgData name="Abdirahman Ali" userId="33f1346c9b5c6626" providerId="LiveId" clId="{977CDADA-2471-4DAA-9D95-C0520B05F4AF}" dt="2026-06-16T21:03:39.496" v="1705" actId="26606"/>
          <ac:spMkLst>
            <pc:docMk/>
            <pc:sldMk cId="2240625527" sldId="265"/>
            <ac:spMk id="3" creationId="{8AC0EA77-54B4-2AFB-1891-F3BF1BA21C80}"/>
          </ac:spMkLst>
        </pc:spChg>
        <pc:spChg chg="add">
          <ac:chgData name="Abdirahman Ali" userId="33f1346c9b5c6626" providerId="LiveId" clId="{977CDADA-2471-4DAA-9D95-C0520B05F4AF}" dt="2026-06-16T21:03:39.496" v="1705" actId="26606"/>
          <ac:spMkLst>
            <pc:docMk/>
            <pc:sldMk cId="2240625527" sldId="265"/>
            <ac:spMk id="5" creationId="{09588DA8-065E-4F6F-8EFD-43104AB2E0CF}"/>
          </ac:spMkLst>
        </pc:spChg>
        <pc:spChg chg="add">
          <ac:chgData name="Abdirahman Ali" userId="33f1346c9b5c6626" providerId="LiveId" clId="{977CDADA-2471-4DAA-9D95-C0520B05F4AF}" dt="2026-06-16T21:03:39.496" v="1705" actId="26606"/>
          <ac:spMkLst>
            <pc:docMk/>
            <pc:sldMk cId="2240625527" sldId="265"/>
            <ac:spMk id="6" creationId="{C4285719-470E-454C-AF62-8323075F1F5B}"/>
          </ac:spMkLst>
        </pc:spChg>
        <pc:spChg chg="add del">
          <ac:chgData name="Abdirahman Ali" userId="33f1346c9b5c6626" providerId="LiveId" clId="{977CDADA-2471-4DAA-9D95-C0520B05F4AF}" dt="2026-06-16T21:02:15.290" v="1677" actId="26606"/>
          <ac:spMkLst>
            <pc:docMk/>
            <pc:sldMk cId="2240625527" sldId="265"/>
            <ac:spMk id="8" creationId="{09588DA8-065E-4F6F-8EFD-43104AB2E0CF}"/>
          </ac:spMkLst>
        </pc:spChg>
        <pc:spChg chg="add">
          <ac:chgData name="Abdirahman Ali" userId="33f1346c9b5c6626" providerId="LiveId" clId="{977CDADA-2471-4DAA-9D95-C0520B05F4AF}" dt="2026-06-16T21:03:39.496" v="1705" actId="26606"/>
          <ac:spMkLst>
            <pc:docMk/>
            <pc:sldMk cId="2240625527" sldId="265"/>
            <ac:spMk id="9" creationId="{CD9FE4EF-C4D8-49A0-B2FF-81D8DB7D8A24}"/>
          </ac:spMkLst>
        </pc:spChg>
        <pc:spChg chg="add del">
          <ac:chgData name="Abdirahman Ali" userId="33f1346c9b5c6626" providerId="LiveId" clId="{977CDADA-2471-4DAA-9D95-C0520B05F4AF}" dt="2026-06-16T21:02:15.290" v="1677" actId="26606"/>
          <ac:spMkLst>
            <pc:docMk/>
            <pc:sldMk cId="2240625527" sldId="265"/>
            <ac:spMk id="10" creationId="{C4285719-470E-454C-AF62-8323075F1F5B}"/>
          </ac:spMkLst>
        </pc:spChg>
        <pc:spChg chg="add">
          <ac:chgData name="Abdirahman Ali" userId="33f1346c9b5c6626" providerId="LiveId" clId="{977CDADA-2471-4DAA-9D95-C0520B05F4AF}" dt="2026-06-16T21:03:39.496" v="1705" actId="26606"/>
          <ac:spMkLst>
            <pc:docMk/>
            <pc:sldMk cId="2240625527" sldId="265"/>
            <ac:spMk id="11" creationId="{4300840D-0A0B-4512-BACA-B439D5B9C57C}"/>
          </ac:spMkLst>
        </pc:spChg>
        <pc:spChg chg="add del">
          <ac:chgData name="Abdirahman Ali" userId="33f1346c9b5c6626" providerId="LiveId" clId="{977CDADA-2471-4DAA-9D95-C0520B05F4AF}" dt="2026-06-16T21:02:15.290" v="1677" actId="26606"/>
          <ac:spMkLst>
            <pc:docMk/>
            <pc:sldMk cId="2240625527" sldId="265"/>
            <ac:spMk id="12" creationId="{CD9FE4EF-C4D8-49A0-B2FF-81D8DB7D8A24}"/>
          </ac:spMkLst>
        </pc:spChg>
        <pc:spChg chg="add">
          <ac:chgData name="Abdirahman Ali" userId="33f1346c9b5c6626" providerId="LiveId" clId="{977CDADA-2471-4DAA-9D95-C0520B05F4AF}" dt="2026-06-16T21:03:39.496" v="1705" actId="26606"/>
          <ac:spMkLst>
            <pc:docMk/>
            <pc:sldMk cId="2240625527" sldId="265"/>
            <ac:spMk id="13" creationId="{D2B78728-A580-49A7-84F9-6EF6F583ADE0}"/>
          </ac:spMkLst>
        </pc:spChg>
        <pc:spChg chg="add del">
          <ac:chgData name="Abdirahman Ali" userId="33f1346c9b5c6626" providerId="LiveId" clId="{977CDADA-2471-4DAA-9D95-C0520B05F4AF}" dt="2026-06-16T21:02:15.290" v="1677" actId="26606"/>
          <ac:spMkLst>
            <pc:docMk/>
            <pc:sldMk cId="2240625527" sldId="265"/>
            <ac:spMk id="14" creationId="{4300840D-0A0B-4512-BACA-B439D5B9C57C}"/>
          </ac:spMkLst>
        </pc:spChg>
        <pc:spChg chg="add del">
          <ac:chgData name="Abdirahman Ali" userId="33f1346c9b5c6626" providerId="LiveId" clId="{977CDADA-2471-4DAA-9D95-C0520B05F4AF}" dt="2026-06-16T21:02:15.290" v="1677" actId="26606"/>
          <ac:spMkLst>
            <pc:docMk/>
            <pc:sldMk cId="2240625527" sldId="265"/>
            <ac:spMk id="16" creationId="{D2B78728-A580-49A7-84F9-6EF6F583ADE0}"/>
          </ac:spMkLst>
        </pc:spChg>
        <pc:spChg chg="add del">
          <ac:chgData name="Abdirahman Ali" userId="33f1346c9b5c6626" providerId="LiveId" clId="{977CDADA-2471-4DAA-9D95-C0520B05F4AF}" dt="2026-06-16T21:02:15.290" v="1677" actId="26606"/>
          <ac:spMkLst>
            <pc:docMk/>
            <pc:sldMk cId="2240625527" sldId="265"/>
            <ac:spMk id="18" creationId="{38FAA1A1-D861-433F-88FA-1E9D6FD31D11}"/>
          </ac:spMkLst>
        </pc:spChg>
        <pc:spChg chg="add">
          <ac:chgData name="Abdirahman Ali" userId="33f1346c9b5c6626" providerId="LiveId" clId="{977CDADA-2471-4DAA-9D95-C0520B05F4AF}" dt="2026-06-16T21:03:39.496" v="1705" actId="26606"/>
          <ac:spMkLst>
            <pc:docMk/>
            <pc:sldMk cId="2240625527" sldId="265"/>
            <ac:spMk id="19" creationId="{38FAA1A1-D861-433F-88FA-1E9D6FD31D11}"/>
          </ac:spMkLst>
        </pc:spChg>
        <pc:spChg chg="add del">
          <ac:chgData name="Abdirahman Ali" userId="33f1346c9b5c6626" providerId="LiveId" clId="{977CDADA-2471-4DAA-9D95-C0520B05F4AF}" dt="2026-06-16T21:02:15.290" v="1677" actId="26606"/>
          <ac:spMkLst>
            <pc:docMk/>
            <pc:sldMk cId="2240625527" sldId="265"/>
            <ac:spMk id="20" creationId="{8D71EDA1-87BF-4D5D-AB79-F346FD19278A}"/>
          </ac:spMkLst>
        </pc:spChg>
        <pc:spChg chg="add">
          <ac:chgData name="Abdirahman Ali" userId="33f1346c9b5c6626" providerId="LiveId" clId="{977CDADA-2471-4DAA-9D95-C0520B05F4AF}" dt="2026-06-16T21:03:39.496" v="1705" actId="26606"/>
          <ac:spMkLst>
            <pc:docMk/>
            <pc:sldMk cId="2240625527" sldId="265"/>
            <ac:spMk id="21" creationId="{8D71EDA1-87BF-4D5D-AB79-F346FD19278A}"/>
          </ac:spMkLst>
        </pc:spChg>
        <pc:spChg chg="add del">
          <ac:chgData name="Abdirahman Ali" userId="33f1346c9b5c6626" providerId="LiveId" clId="{977CDADA-2471-4DAA-9D95-C0520B05F4AF}" dt="2026-06-16T21:03:29.992" v="1704" actId="26606"/>
          <ac:spMkLst>
            <pc:docMk/>
            <pc:sldMk cId="2240625527" sldId="265"/>
            <ac:spMk id="22" creationId="{245A9F99-D9B1-4094-A2E2-B90AC1DB7B9C}"/>
          </ac:spMkLst>
        </pc:spChg>
        <pc:spChg chg="add del">
          <ac:chgData name="Abdirahman Ali" userId="33f1346c9b5c6626" providerId="LiveId" clId="{977CDADA-2471-4DAA-9D95-C0520B05F4AF}" dt="2026-06-16T21:03:29.992" v="1704" actId="26606"/>
          <ac:spMkLst>
            <pc:docMk/>
            <pc:sldMk cId="2240625527" sldId="265"/>
            <ac:spMk id="23" creationId="{B7FAF607-473A-4A43-A23D-BBFF5C4117BB}"/>
          </ac:spMkLst>
        </pc:spChg>
        <pc:grpChg chg="add del">
          <ac:chgData name="Abdirahman Ali" userId="33f1346c9b5c6626" providerId="LiveId" clId="{977CDADA-2471-4DAA-9D95-C0520B05F4AF}" dt="2026-06-16T21:03:29.992" v="1704" actId="26606"/>
          <ac:grpSpMkLst>
            <pc:docMk/>
            <pc:sldMk cId="2240625527" sldId="265"/>
            <ac:grpSpMk id="24" creationId="{C5F6476F-D303-44D3-B30F-1BA348F0F64A}"/>
          </ac:grpSpMkLst>
        </pc:grpChg>
        <pc:picChg chg="add del">
          <ac:chgData name="Abdirahman Ali" userId="33f1346c9b5c6626" providerId="LiveId" clId="{977CDADA-2471-4DAA-9D95-C0520B05F4AF}" dt="2026-06-16T21:03:29.992" v="1704" actId="26606"/>
          <ac:picMkLst>
            <pc:docMk/>
            <pc:sldMk cId="2240625527" sldId="265"/>
            <ac:picMk id="7" creationId="{1420168E-60D9-EA91-C570-1B5AE0AA8358}"/>
          </ac:picMkLst>
        </pc:picChg>
      </pc:sldChg>
      <pc:sldChg chg="addSp delSp modSp add del mod delDesignElem chgLayout">
        <pc:chgData name="Abdirahman Ali" userId="33f1346c9b5c6626" providerId="LiveId" clId="{977CDADA-2471-4DAA-9D95-C0520B05F4AF}" dt="2026-06-16T20:49:02.316" v="174" actId="2696"/>
        <pc:sldMkLst>
          <pc:docMk/>
          <pc:sldMk cId="2833076969" sldId="266"/>
        </pc:sldMkLst>
        <pc:spChg chg="del mod ord">
          <ac:chgData name="Abdirahman Ali" userId="33f1346c9b5c6626" providerId="LiveId" clId="{977CDADA-2471-4DAA-9D95-C0520B05F4AF}" dt="2026-06-16T20:45:58.394" v="153" actId="478"/>
          <ac:spMkLst>
            <pc:docMk/>
            <pc:sldMk cId="2833076969" sldId="266"/>
            <ac:spMk id="2" creationId="{8166F705-1225-965D-2A7B-A94AAFEC71B9}"/>
          </ac:spMkLst>
        </pc:spChg>
        <pc:spChg chg="del">
          <ac:chgData name="Abdirahman Ali" userId="33f1346c9b5c6626" providerId="LiveId" clId="{977CDADA-2471-4DAA-9D95-C0520B05F4AF}" dt="2026-06-16T20:44:25.888" v="17" actId="478"/>
          <ac:spMkLst>
            <pc:docMk/>
            <pc:sldMk cId="2833076969" sldId="266"/>
            <ac:spMk id="5" creationId="{232F9F46-8C08-A1A3-E01A-FC0991DC0C17}"/>
          </ac:spMkLst>
        </pc:spChg>
        <pc:spChg chg="add del mod">
          <ac:chgData name="Abdirahman Ali" userId="33f1346c9b5c6626" providerId="LiveId" clId="{977CDADA-2471-4DAA-9D95-C0520B05F4AF}" dt="2026-06-16T20:44:39.649" v="18" actId="700"/>
          <ac:spMkLst>
            <pc:docMk/>
            <pc:sldMk cId="2833076969" sldId="266"/>
            <ac:spMk id="6" creationId="{1DF4B844-0F82-D56C-E875-F0A23B981C4F}"/>
          </ac:spMkLst>
        </pc:spChg>
        <pc:spChg chg="add mod ord">
          <ac:chgData name="Abdirahman Ali" userId="33f1346c9b5c6626" providerId="LiveId" clId="{977CDADA-2471-4DAA-9D95-C0520B05F4AF}" dt="2026-06-16T20:45:15.155" v="130" actId="20577"/>
          <ac:spMkLst>
            <pc:docMk/>
            <pc:sldMk cId="2833076969" sldId="266"/>
            <ac:spMk id="7" creationId="{5CC055D5-6451-9427-E96E-810C6562552B}"/>
          </ac:spMkLst>
        </pc:spChg>
        <pc:spChg chg="del">
          <ac:chgData name="Abdirahman Ali" userId="33f1346c9b5c6626" providerId="LiveId" clId="{977CDADA-2471-4DAA-9D95-C0520B05F4AF}" dt="2026-06-16T20:44:39.649" v="18" actId="700"/>
          <ac:spMkLst>
            <pc:docMk/>
            <pc:sldMk cId="2833076969" sldId="266"/>
            <ac:spMk id="9" creationId="{5022ECFF-A638-8334-D081-0009CB7ED063}"/>
          </ac:spMkLst>
        </pc:spChg>
        <pc:spChg chg="del">
          <ac:chgData name="Abdirahman Ali" userId="33f1346c9b5c6626" providerId="LiveId" clId="{977CDADA-2471-4DAA-9D95-C0520B05F4AF}" dt="2026-06-16T20:44:39.649" v="18" actId="700"/>
          <ac:spMkLst>
            <pc:docMk/>
            <pc:sldMk cId="2833076969" sldId="266"/>
            <ac:spMk id="11" creationId="{535FD236-8DCE-665A-7316-1FF1F300538C}"/>
          </ac:spMkLst>
        </pc:spChg>
        <pc:spChg chg="del">
          <ac:chgData name="Abdirahman Ali" userId="33f1346c9b5c6626" providerId="LiveId" clId="{977CDADA-2471-4DAA-9D95-C0520B05F4AF}" dt="2026-06-16T20:44:39.649" v="18" actId="700"/>
          <ac:spMkLst>
            <pc:docMk/>
            <pc:sldMk cId="2833076969" sldId="266"/>
            <ac:spMk id="13" creationId="{F5FCA8F5-796D-D192-9934-35E840AC862A}"/>
          </ac:spMkLst>
        </pc:spChg>
        <pc:spChg chg="del">
          <ac:chgData name="Abdirahman Ali" userId="33f1346c9b5c6626" providerId="LiveId" clId="{977CDADA-2471-4DAA-9D95-C0520B05F4AF}" dt="2026-06-16T20:44:39.649" v="18" actId="700"/>
          <ac:spMkLst>
            <pc:docMk/>
            <pc:sldMk cId="2833076969" sldId="266"/>
            <ac:spMk id="15" creationId="{6C23C3FF-3E18-B20B-C10B-CB06D3FCFD95}"/>
          </ac:spMkLst>
        </pc:spChg>
        <pc:spChg chg="add mod">
          <ac:chgData name="Abdirahman Ali" userId="33f1346c9b5c6626" providerId="LiveId" clId="{977CDADA-2471-4DAA-9D95-C0520B05F4AF}" dt="2026-06-16T20:46:10.019" v="155" actId="207"/>
          <ac:spMkLst>
            <pc:docMk/>
            <pc:sldMk cId="2833076969" sldId="266"/>
            <ac:spMk id="16" creationId="{01EB78E7-DE2F-4197-DD21-9FCC8AABA769}"/>
          </ac:spMkLst>
        </pc:spChg>
        <pc:spChg chg="del">
          <ac:chgData name="Abdirahman Ali" userId="33f1346c9b5c6626" providerId="LiveId" clId="{977CDADA-2471-4DAA-9D95-C0520B05F4AF}" dt="2026-06-16T20:44:39.649" v="18" actId="700"/>
          <ac:spMkLst>
            <pc:docMk/>
            <pc:sldMk cId="2833076969" sldId="266"/>
            <ac:spMk id="17" creationId="{F307F8D0-E029-4B8A-C6BF-F591CA3A689C}"/>
          </ac:spMkLst>
        </pc:spChg>
        <pc:picChg chg="del">
          <ac:chgData name="Abdirahman Ali" userId="33f1346c9b5c6626" providerId="LiveId" clId="{977CDADA-2471-4DAA-9D95-C0520B05F4AF}" dt="2026-06-16T20:44:23.260" v="16" actId="478"/>
          <ac:picMkLst>
            <pc:docMk/>
            <pc:sldMk cId="2833076969" sldId="266"/>
            <ac:picMk id="4" creationId="{0D2DF7B6-9684-30B3-B4F2-E22EEC166B02}"/>
          </ac:picMkLst>
        </pc:picChg>
      </pc:sldChg>
      <pc:sldChg chg="addSp delSp modSp add del mod">
        <pc:chgData name="Abdirahman Ali" userId="33f1346c9b5c6626" providerId="LiveId" clId="{977CDADA-2471-4DAA-9D95-C0520B05F4AF}" dt="2026-06-16T20:48:23.444" v="171" actId="47"/>
        <pc:sldMkLst>
          <pc:docMk/>
          <pc:sldMk cId="1244329115" sldId="267"/>
        </pc:sldMkLst>
        <pc:spChg chg="del mod">
          <ac:chgData name="Abdirahman Ali" userId="33f1346c9b5c6626" providerId="LiveId" clId="{977CDADA-2471-4DAA-9D95-C0520B05F4AF}" dt="2026-06-16T20:46:47.754" v="159" actId="478"/>
          <ac:spMkLst>
            <pc:docMk/>
            <pc:sldMk cId="1244329115" sldId="267"/>
            <ac:spMk id="5" creationId="{7731CF09-6726-8BCC-80BE-3B3C5BEFFC73}"/>
          </ac:spMkLst>
        </pc:spChg>
        <pc:spChg chg="add del mod">
          <ac:chgData name="Abdirahman Ali" userId="33f1346c9b5c6626" providerId="LiveId" clId="{977CDADA-2471-4DAA-9D95-C0520B05F4AF}" dt="2026-06-16T20:47:04.664" v="162" actId="478"/>
          <ac:spMkLst>
            <pc:docMk/>
            <pc:sldMk cId="1244329115" sldId="267"/>
            <ac:spMk id="6" creationId="{C05BAA89-08EA-D0EE-3526-63D56ADD5390}"/>
          </ac:spMkLst>
        </pc:spChg>
        <pc:spChg chg="add mod">
          <ac:chgData name="Abdirahman Ali" userId="33f1346c9b5c6626" providerId="LiveId" clId="{977CDADA-2471-4DAA-9D95-C0520B05F4AF}" dt="2026-06-16T20:47:19.114" v="165"/>
          <ac:spMkLst>
            <pc:docMk/>
            <pc:sldMk cId="1244329115" sldId="267"/>
            <ac:spMk id="7" creationId="{E170DE57-9160-68E3-EB96-B040DEE24312}"/>
          </ac:spMkLst>
        </pc:spChg>
        <pc:picChg chg="del">
          <ac:chgData name="Abdirahman Ali" userId="33f1346c9b5c6626" providerId="LiveId" clId="{977CDADA-2471-4DAA-9D95-C0520B05F4AF}" dt="2026-06-16T20:46:31.305" v="157" actId="478"/>
          <ac:picMkLst>
            <pc:docMk/>
            <pc:sldMk cId="1244329115" sldId="267"/>
            <ac:picMk id="4" creationId="{24E80575-3B67-8A5F-B288-A77F57AEF3F3}"/>
          </ac:picMkLst>
        </pc:picChg>
      </pc:sldChg>
      <pc:sldChg chg="addSp delSp modSp new mod setBg">
        <pc:chgData name="Abdirahman Ali" userId="33f1346c9b5c6626" providerId="LiveId" clId="{977CDADA-2471-4DAA-9D95-C0520B05F4AF}" dt="2026-06-16T20:48:51.077" v="173" actId="26606"/>
        <pc:sldMkLst>
          <pc:docMk/>
          <pc:sldMk cId="438189410" sldId="268"/>
        </pc:sldMkLst>
        <pc:spChg chg="mod">
          <ac:chgData name="Abdirahman Ali" userId="33f1346c9b5c6626" providerId="LiveId" clId="{977CDADA-2471-4DAA-9D95-C0520B05F4AF}" dt="2026-06-16T20:48:51.077" v="173" actId="26606"/>
          <ac:spMkLst>
            <pc:docMk/>
            <pc:sldMk cId="438189410" sldId="268"/>
            <ac:spMk id="2" creationId="{65EE60BF-D4CD-3296-9AFC-D6B8A7427505}"/>
          </ac:spMkLst>
        </pc:spChg>
        <pc:spChg chg="mod">
          <ac:chgData name="Abdirahman Ali" userId="33f1346c9b5c6626" providerId="LiveId" clId="{977CDADA-2471-4DAA-9D95-C0520B05F4AF}" dt="2026-06-16T20:48:15.597" v="170" actId="26606"/>
          <ac:spMkLst>
            <pc:docMk/>
            <pc:sldMk cId="438189410" sldId="268"/>
            <ac:spMk id="3" creationId="{6C0D11FA-F6DD-8F7F-847A-D28CF42EA741}"/>
          </ac:spMkLst>
        </pc:spChg>
        <pc:spChg chg="add">
          <ac:chgData name="Abdirahman Ali" userId="33f1346c9b5c6626" providerId="LiveId" clId="{977CDADA-2471-4DAA-9D95-C0520B05F4AF}" dt="2026-06-16T20:48:15.597" v="170" actId="26606"/>
          <ac:spMkLst>
            <pc:docMk/>
            <pc:sldMk cId="438189410" sldId="268"/>
            <ac:spMk id="8" creationId="{09588DA8-065E-4F6F-8EFD-43104AB2E0CF}"/>
          </ac:spMkLst>
        </pc:spChg>
        <pc:spChg chg="add del">
          <ac:chgData name="Abdirahman Ali" userId="33f1346c9b5c6626" providerId="LiveId" clId="{977CDADA-2471-4DAA-9D95-C0520B05F4AF}" dt="2026-06-16T20:48:51.077" v="173" actId="26606"/>
          <ac:spMkLst>
            <pc:docMk/>
            <pc:sldMk cId="438189410" sldId="268"/>
            <ac:spMk id="10" creationId="{C4285719-470E-454C-AF62-8323075F1F5B}"/>
          </ac:spMkLst>
        </pc:spChg>
        <pc:spChg chg="add del">
          <ac:chgData name="Abdirahman Ali" userId="33f1346c9b5c6626" providerId="LiveId" clId="{977CDADA-2471-4DAA-9D95-C0520B05F4AF}" dt="2026-06-16T20:48:51.077" v="173" actId="26606"/>
          <ac:spMkLst>
            <pc:docMk/>
            <pc:sldMk cId="438189410" sldId="268"/>
            <ac:spMk id="12" creationId="{CD9FE4EF-C4D8-49A0-B2FF-81D8DB7D8A24}"/>
          </ac:spMkLst>
        </pc:spChg>
        <pc:spChg chg="add del">
          <ac:chgData name="Abdirahman Ali" userId="33f1346c9b5c6626" providerId="LiveId" clId="{977CDADA-2471-4DAA-9D95-C0520B05F4AF}" dt="2026-06-16T20:48:51.077" v="173" actId="26606"/>
          <ac:spMkLst>
            <pc:docMk/>
            <pc:sldMk cId="438189410" sldId="268"/>
            <ac:spMk id="14" creationId="{4300840D-0A0B-4512-BACA-B439D5B9C57C}"/>
          </ac:spMkLst>
        </pc:spChg>
        <pc:spChg chg="add del">
          <ac:chgData name="Abdirahman Ali" userId="33f1346c9b5c6626" providerId="LiveId" clId="{977CDADA-2471-4DAA-9D95-C0520B05F4AF}" dt="2026-06-16T20:48:51.077" v="173" actId="26606"/>
          <ac:spMkLst>
            <pc:docMk/>
            <pc:sldMk cId="438189410" sldId="268"/>
            <ac:spMk id="16" creationId="{D2B78728-A580-49A7-84F9-6EF6F583ADE0}"/>
          </ac:spMkLst>
        </pc:spChg>
        <pc:spChg chg="add del">
          <ac:chgData name="Abdirahman Ali" userId="33f1346c9b5c6626" providerId="LiveId" clId="{977CDADA-2471-4DAA-9D95-C0520B05F4AF}" dt="2026-06-16T20:48:51.077" v="173" actId="26606"/>
          <ac:spMkLst>
            <pc:docMk/>
            <pc:sldMk cId="438189410" sldId="268"/>
            <ac:spMk id="18" creationId="{38FAA1A1-D861-433F-88FA-1E9D6FD31D11}"/>
          </ac:spMkLst>
        </pc:spChg>
        <pc:spChg chg="add">
          <ac:chgData name="Abdirahman Ali" userId="33f1346c9b5c6626" providerId="LiveId" clId="{977CDADA-2471-4DAA-9D95-C0520B05F4AF}" dt="2026-06-16T20:48:15.597" v="170" actId="26606"/>
          <ac:spMkLst>
            <pc:docMk/>
            <pc:sldMk cId="438189410" sldId="268"/>
            <ac:spMk id="20" creationId="{8D71EDA1-87BF-4D5D-AB79-F346FD19278A}"/>
          </ac:spMkLst>
        </pc:spChg>
        <pc:spChg chg="add">
          <ac:chgData name="Abdirahman Ali" userId="33f1346c9b5c6626" providerId="LiveId" clId="{977CDADA-2471-4DAA-9D95-C0520B05F4AF}" dt="2026-06-16T20:48:51.077" v="173" actId="26606"/>
          <ac:spMkLst>
            <pc:docMk/>
            <pc:sldMk cId="438189410" sldId="268"/>
            <ac:spMk id="26" creationId="{BACC6370-2D7E-4714-9D71-7542949D7D5D}"/>
          </ac:spMkLst>
        </pc:spChg>
        <pc:spChg chg="add">
          <ac:chgData name="Abdirahman Ali" userId="33f1346c9b5c6626" providerId="LiveId" clId="{977CDADA-2471-4DAA-9D95-C0520B05F4AF}" dt="2026-06-16T20:48:51.077" v="173" actId="26606"/>
          <ac:spMkLst>
            <pc:docMk/>
            <pc:sldMk cId="438189410" sldId="268"/>
            <ac:spMk id="28" creationId="{256B2C21-A230-48C0-8DF1-C46611373C44}"/>
          </ac:spMkLst>
        </pc:spChg>
        <pc:spChg chg="add">
          <ac:chgData name="Abdirahman Ali" userId="33f1346c9b5c6626" providerId="LiveId" clId="{977CDADA-2471-4DAA-9D95-C0520B05F4AF}" dt="2026-06-16T20:48:51.077" v="173" actId="26606"/>
          <ac:spMkLst>
            <pc:docMk/>
            <pc:sldMk cId="438189410" sldId="268"/>
            <ac:spMk id="30" creationId="{3847E18C-932D-4C95-AABA-FEC7C9499AD7}"/>
          </ac:spMkLst>
        </pc:spChg>
        <pc:spChg chg="add">
          <ac:chgData name="Abdirahman Ali" userId="33f1346c9b5c6626" providerId="LiveId" clId="{977CDADA-2471-4DAA-9D95-C0520B05F4AF}" dt="2026-06-16T20:48:51.077" v="173" actId="26606"/>
          <ac:spMkLst>
            <pc:docMk/>
            <pc:sldMk cId="438189410" sldId="268"/>
            <ac:spMk id="32" creationId="{3150CB11-0C61-439E-910F-5787759E72A0}"/>
          </ac:spMkLst>
        </pc:spChg>
      </pc:sldChg>
      <pc:sldChg chg="addSp delSp modSp new mod setBg">
        <pc:chgData name="Abdirahman Ali" userId="33f1346c9b5c6626" providerId="LiveId" clId="{977CDADA-2471-4DAA-9D95-C0520B05F4AF}" dt="2026-06-16T20:55:06.754" v="820" actId="26606"/>
        <pc:sldMkLst>
          <pc:docMk/>
          <pc:sldMk cId="1969295420" sldId="269"/>
        </pc:sldMkLst>
        <pc:spChg chg="mod">
          <ac:chgData name="Abdirahman Ali" userId="33f1346c9b5c6626" providerId="LiveId" clId="{977CDADA-2471-4DAA-9D95-C0520B05F4AF}" dt="2026-06-16T20:55:06.754" v="820" actId="26606"/>
          <ac:spMkLst>
            <pc:docMk/>
            <pc:sldMk cId="1969295420" sldId="269"/>
            <ac:spMk id="2" creationId="{C355CF98-CFD7-8BE6-081D-5FACD25292E3}"/>
          </ac:spMkLst>
        </pc:spChg>
        <pc:spChg chg="mod">
          <ac:chgData name="Abdirahman Ali" userId="33f1346c9b5c6626" providerId="LiveId" clId="{977CDADA-2471-4DAA-9D95-C0520B05F4AF}" dt="2026-06-16T20:55:06.754" v="820" actId="26606"/>
          <ac:spMkLst>
            <pc:docMk/>
            <pc:sldMk cId="1969295420" sldId="269"/>
            <ac:spMk id="3" creationId="{48A8FDF2-2256-1B27-E17F-019BA947ECC3}"/>
          </ac:spMkLst>
        </pc:spChg>
        <pc:spChg chg="add del">
          <ac:chgData name="Abdirahman Ali" userId="33f1346c9b5c6626" providerId="LiveId" clId="{977CDADA-2471-4DAA-9D95-C0520B05F4AF}" dt="2026-06-16T20:54:50.832" v="817" actId="26606"/>
          <ac:spMkLst>
            <pc:docMk/>
            <pc:sldMk cId="1969295420" sldId="269"/>
            <ac:spMk id="9" creationId="{12609869-9E80-471B-A487-A53288E0E791}"/>
          </ac:spMkLst>
        </pc:spChg>
        <pc:spChg chg="add del">
          <ac:chgData name="Abdirahman Ali" userId="33f1346c9b5c6626" providerId="LiveId" clId="{977CDADA-2471-4DAA-9D95-C0520B05F4AF}" dt="2026-06-16T20:54:50.832" v="817" actId="26606"/>
          <ac:spMkLst>
            <pc:docMk/>
            <pc:sldMk cId="1969295420" sldId="269"/>
            <ac:spMk id="11" creationId="{7004738A-9D34-43E8-97D2-CA0EED4F8BE0}"/>
          </ac:spMkLst>
        </pc:spChg>
        <pc:spChg chg="add del">
          <ac:chgData name="Abdirahman Ali" userId="33f1346c9b5c6626" providerId="LiveId" clId="{977CDADA-2471-4DAA-9D95-C0520B05F4AF}" dt="2026-06-16T20:54:50.832" v="817" actId="26606"/>
          <ac:spMkLst>
            <pc:docMk/>
            <pc:sldMk cId="1969295420" sldId="269"/>
            <ac:spMk id="13" creationId="{B8B8D07F-F13E-443E-BA68-2D26672D76B9}"/>
          </ac:spMkLst>
        </pc:spChg>
        <pc:spChg chg="add del">
          <ac:chgData name="Abdirahman Ali" userId="33f1346c9b5c6626" providerId="LiveId" clId="{977CDADA-2471-4DAA-9D95-C0520B05F4AF}" dt="2026-06-16T20:54:50.832" v="817" actId="26606"/>
          <ac:spMkLst>
            <pc:docMk/>
            <pc:sldMk cId="1969295420" sldId="269"/>
            <ac:spMk id="15" creationId="{2813A4FA-24A5-41ED-A534-3807D1B2F344}"/>
          </ac:spMkLst>
        </pc:spChg>
        <pc:spChg chg="add del">
          <ac:chgData name="Abdirahman Ali" userId="33f1346c9b5c6626" providerId="LiveId" clId="{977CDADA-2471-4DAA-9D95-C0520B05F4AF}" dt="2026-06-16T20:54:50.832" v="817" actId="26606"/>
          <ac:spMkLst>
            <pc:docMk/>
            <pc:sldMk cId="1969295420" sldId="269"/>
            <ac:spMk id="17" creationId="{C3944F27-CA70-4E84-A51A-E6BF89558979}"/>
          </ac:spMkLst>
        </pc:spChg>
        <pc:spChg chg="add del">
          <ac:chgData name="Abdirahman Ali" userId="33f1346c9b5c6626" providerId="LiveId" clId="{977CDADA-2471-4DAA-9D95-C0520B05F4AF}" dt="2026-06-16T20:54:45.852" v="814" actId="26606"/>
          <ac:spMkLst>
            <pc:docMk/>
            <pc:sldMk cId="1969295420" sldId="269"/>
            <ac:spMk id="22" creationId="{0B9EE3F3-89B7-43C3-8651-C4C96830993D}"/>
          </ac:spMkLst>
        </pc:spChg>
        <pc:spChg chg="add del">
          <ac:chgData name="Abdirahman Ali" userId="33f1346c9b5c6626" providerId="LiveId" clId="{977CDADA-2471-4DAA-9D95-C0520B05F4AF}" dt="2026-06-16T20:54:45.852" v="814" actId="26606"/>
          <ac:spMkLst>
            <pc:docMk/>
            <pc:sldMk cId="1969295420" sldId="269"/>
            <ac:spMk id="24" creationId="{33AE4636-AEEC-45D6-84D4-7AC2DA48ECF8}"/>
          </ac:spMkLst>
        </pc:spChg>
        <pc:spChg chg="add del">
          <ac:chgData name="Abdirahman Ali" userId="33f1346c9b5c6626" providerId="LiveId" clId="{977CDADA-2471-4DAA-9D95-C0520B05F4AF}" dt="2026-06-16T20:54:45.852" v="814" actId="26606"/>
          <ac:spMkLst>
            <pc:docMk/>
            <pc:sldMk cId="1969295420" sldId="269"/>
            <ac:spMk id="26" creationId="{8D9CE0F4-2EB2-4F1F-8AAC-DB3571D9FE10}"/>
          </ac:spMkLst>
        </pc:spChg>
        <pc:spChg chg="add del">
          <ac:chgData name="Abdirahman Ali" userId="33f1346c9b5c6626" providerId="LiveId" clId="{977CDADA-2471-4DAA-9D95-C0520B05F4AF}" dt="2026-06-16T20:54:50.772" v="816" actId="26606"/>
          <ac:spMkLst>
            <pc:docMk/>
            <pc:sldMk cId="1969295420" sldId="269"/>
            <ac:spMk id="28" creationId="{2813A4FA-24A5-41ED-A534-3807D1B2F344}"/>
          </ac:spMkLst>
        </pc:spChg>
        <pc:spChg chg="add del">
          <ac:chgData name="Abdirahman Ali" userId="33f1346c9b5c6626" providerId="LiveId" clId="{977CDADA-2471-4DAA-9D95-C0520B05F4AF}" dt="2026-06-16T20:54:50.772" v="816" actId="26606"/>
          <ac:spMkLst>
            <pc:docMk/>
            <pc:sldMk cId="1969295420" sldId="269"/>
            <ac:spMk id="29" creationId="{12609869-9E80-471B-A487-A53288E0E791}"/>
          </ac:spMkLst>
        </pc:spChg>
        <pc:spChg chg="add del">
          <ac:chgData name="Abdirahman Ali" userId="33f1346c9b5c6626" providerId="LiveId" clId="{977CDADA-2471-4DAA-9D95-C0520B05F4AF}" dt="2026-06-16T20:54:50.772" v="816" actId="26606"/>
          <ac:spMkLst>
            <pc:docMk/>
            <pc:sldMk cId="1969295420" sldId="269"/>
            <ac:spMk id="30" creationId="{C3944F27-CA70-4E84-A51A-E6BF89558979}"/>
          </ac:spMkLst>
        </pc:spChg>
        <pc:spChg chg="add del">
          <ac:chgData name="Abdirahman Ali" userId="33f1346c9b5c6626" providerId="LiveId" clId="{977CDADA-2471-4DAA-9D95-C0520B05F4AF}" dt="2026-06-16T20:54:50.772" v="816" actId="26606"/>
          <ac:spMkLst>
            <pc:docMk/>
            <pc:sldMk cId="1969295420" sldId="269"/>
            <ac:spMk id="31" creationId="{7004738A-9D34-43E8-97D2-CA0EED4F8BE0}"/>
          </ac:spMkLst>
        </pc:spChg>
        <pc:spChg chg="add del">
          <ac:chgData name="Abdirahman Ali" userId="33f1346c9b5c6626" providerId="LiveId" clId="{977CDADA-2471-4DAA-9D95-C0520B05F4AF}" dt="2026-06-16T20:54:50.772" v="816" actId="26606"/>
          <ac:spMkLst>
            <pc:docMk/>
            <pc:sldMk cId="1969295420" sldId="269"/>
            <ac:spMk id="32" creationId="{B8B8D07F-F13E-443E-BA68-2D26672D76B9}"/>
          </ac:spMkLst>
        </pc:spChg>
        <pc:spChg chg="add del">
          <ac:chgData name="Abdirahman Ali" userId="33f1346c9b5c6626" providerId="LiveId" clId="{977CDADA-2471-4DAA-9D95-C0520B05F4AF}" dt="2026-06-16T20:55:06.754" v="820" actId="26606"/>
          <ac:spMkLst>
            <pc:docMk/>
            <pc:sldMk cId="1969295420" sldId="269"/>
            <ac:spMk id="34" creationId="{12609869-9E80-471B-A487-A53288E0E791}"/>
          </ac:spMkLst>
        </pc:spChg>
        <pc:spChg chg="add del">
          <ac:chgData name="Abdirahman Ali" userId="33f1346c9b5c6626" providerId="LiveId" clId="{977CDADA-2471-4DAA-9D95-C0520B05F4AF}" dt="2026-06-16T20:55:06.754" v="820" actId="26606"/>
          <ac:spMkLst>
            <pc:docMk/>
            <pc:sldMk cId="1969295420" sldId="269"/>
            <ac:spMk id="35" creationId="{7004738A-9D34-43E8-97D2-CA0EED4F8BE0}"/>
          </ac:spMkLst>
        </pc:spChg>
        <pc:spChg chg="add del">
          <ac:chgData name="Abdirahman Ali" userId="33f1346c9b5c6626" providerId="LiveId" clId="{977CDADA-2471-4DAA-9D95-C0520B05F4AF}" dt="2026-06-16T20:55:06.754" v="820" actId="26606"/>
          <ac:spMkLst>
            <pc:docMk/>
            <pc:sldMk cId="1969295420" sldId="269"/>
            <ac:spMk id="36" creationId="{B8B8D07F-F13E-443E-BA68-2D26672D76B9}"/>
          </ac:spMkLst>
        </pc:spChg>
        <pc:spChg chg="add del">
          <ac:chgData name="Abdirahman Ali" userId="33f1346c9b5c6626" providerId="LiveId" clId="{977CDADA-2471-4DAA-9D95-C0520B05F4AF}" dt="2026-06-16T20:55:06.754" v="820" actId="26606"/>
          <ac:spMkLst>
            <pc:docMk/>
            <pc:sldMk cId="1969295420" sldId="269"/>
            <ac:spMk id="37" creationId="{2813A4FA-24A5-41ED-A534-3807D1B2F344}"/>
          </ac:spMkLst>
        </pc:spChg>
        <pc:spChg chg="add del">
          <ac:chgData name="Abdirahman Ali" userId="33f1346c9b5c6626" providerId="LiveId" clId="{977CDADA-2471-4DAA-9D95-C0520B05F4AF}" dt="2026-06-16T20:55:06.754" v="820" actId="26606"/>
          <ac:spMkLst>
            <pc:docMk/>
            <pc:sldMk cId="1969295420" sldId="269"/>
            <ac:spMk id="38" creationId="{C3944F27-CA70-4E84-A51A-E6BF89558979}"/>
          </ac:spMkLst>
        </pc:spChg>
        <pc:spChg chg="add del">
          <ac:chgData name="Abdirahman Ali" userId="33f1346c9b5c6626" providerId="LiveId" clId="{977CDADA-2471-4DAA-9D95-C0520B05F4AF}" dt="2026-06-16T20:55:06.706" v="819" actId="26606"/>
          <ac:spMkLst>
            <pc:docMk/>
            <pc:sldMk cId="1969295420" sldId="269"/>
            <ac:spMk id="43" creationId="{0E3596DD-156A-473E-9BB3-C6A29F7574E9}"/>
          </ac:spMkLst>
        </pc:spChg>
        <pc:spChg chg="add del">
          <ac:chgData name="Abdirahman Ali" userId="33f1346c9b5c6626" providerId="LiveId" clId="{977CDADA-2471-4DAA-9D95-C0520B05F4AF}" dt="2026-06-16T20:55:06.706" v="819" actId="26606"/>
          <ac:spMkLst>
            <pc:docMk/>
            <pc:sldMk cId="1969295420" sldId="269"/>
            <ac:spMk id="45" creationId="{2C46C4D6-C474-4E92-B52E-944C1118F7B6}"/>
          </ac:spMkLst>
        </pc:spChg>
        <pc:spChg chg="add">
          <ac:chgData name="Abdirahman Ali" userId="33f1346c9b5c6626" providerId="LiveId" clId="{977CDADA-2471-4DAA-9D95-C0520B05F4AF}" dt="2026-06-16T20:55:06.754" v="820" actId="26606"/>
          <ac:spMkLst>
            <pc:docMk/>
            <pc:sldMk cId="1969295420" sldId="269"/>
            <ac:spMk id="47" creationId="{AC8F6C8C-AB5A-4548-942D-E3FD40ACBC49}"/>
          </ac:spMkLst>
        </pc:spChg>
        <pc:spChg chg="add">
          <ac:chgData name="Abdirahman Ali" userId="33f1346c9b5c6626" providerId="LiveId" clId="{977CDADA-2471-4DAA-9D95-C0520B05F4AF}" dt="2026-06-16T20:55:06.754" v="820" actId="26606"/>
          <ac:spMkLst>
            <pc:docMk/>
            <pc:sldMk cId="1969295420" sldId="269"/>
            <ac:spMk id="48" creationId="{979E27D9-03C7-44E2-9FF8-15D0C8506AF7}"/>
          </ac:spMkLst>
        </pc:spChg>
        <pc:spChg chg="add">
          <ac:chgData name="Abdirahman Ali" userId="33f1346c9b5c6626" providerId="LiveId" clId="{977CDADA-2471-4DAA-9D95-C0520B05F4AF}" dt="2026-06-16T20:55:06.754" v="820" actId="26606"/>
          <ac:spMkLst>
            <pc:docMk/>
            <pc:sldMk cId="1969295420" sldId="269"/>
            <ac:spMk id="49" creationId="{EEBF1590-3B36-48EE-A89D-3B6F3CB256AB}"/>
          </ac:spMkLst>
        </pc:spChg>
        <pc:graphicFrameChg chg="add mod modGraphic">
          <ac:chgData name="Abdirahman Ali" userId="33f1346c9b5c6626" providerId="LiveId" clId="{977CDADA-2471-4DAA-9D95-C0520B05F4AF}" dt="2026-06-16T20:55:06.706" v="819" actId="26606"/>
          <ac:graphicFrameMkLst>
            <pc:docMk/>
            <pc:sldMk cId="1969295420" sldId="269"/>
            <ac:graphicFrameMk id="4" creationId="{B45039B1-251D-BB80-CD41-BB4DA0E3ACB6}"/>
          </ac:graphicFrameMkLst>
        </pc:graphicFrameChg>
      </pc:sldChg>
      <pc:sldChg chg="addSp delSp modSp new mod setBg">
        <pc:chgData name="Abdirahman Ali" userId="33f1346c9b5c6626" providerId="LiveId" clId="{977CDADA-2471-4DAA-9D95-C0520B05F4AF}" dt="2026-06-16T21:03:20.629" v="1699" actId="26606"/>
        <pc:sldMkLst>
          <pc:docMk/>
          <pc:sldMk cId="385698129" sldId="270"/>
        </pc:sldMkLst>
        <pc:spChg chg="mod">
          <ac:chgData name="Abdirahman Ali" userId="33f1346c9b5c6626" providerId="LiveId" clId="{977CDADA-2471-4DAA-9D95-C0520B05F4AF}" dt="2026-06-16T21:03:20.629" v="1699" actId="26606"/>
          <ac:spMkLst>
            <pc:docMk/>
            <pc:sldMk cId="385698129" sldId="270"/>
            <ac:spMk id="2" creationId="{42E749F6-256C-EC07-1B1B-B5D321DCF90A}"/>
          </ac:spMkLst>
        </pc:spChg>
        <pc:spChg chg="mod">
          <ac:chgData name="Abdirahman Ali" userId="33f1346c9b5c6626" providerId="LiveId" clId="{977CDADA-2471-4DAA-9D95-C0520B05F4AF}" dt="2026-06-16T21:03:20.629" v="1699" actId="26606"/>
          <ac:spMkLst>
            <pc:docMk/>
            <pc:sldMk cId="385698129" sldId="270"/>
            <ac:spMk id="3" creationId="{DC95DCD0-5A11-19FA-0462-DE4B6EF62F05}"/>
          </ac:spMkLst>
        </pc:spChg>
        <pc:spChg chg="add del">
          <ac:chgData name="Abdirahman Ali" userId="33f1346c9b5c6626" providerId="LiveId" clId="{977CDADA-2471-4DAA-9D95-C0520B05F4AF}" dt="2026-06-16T20:57:28.594" v="1038" actId="26606"/>
          <ac:spMkLst>
            <pc:docMk/>
            <pc:sldMk cId="385698129" sldId="270"/>
            <ac:spMk id="8" creationId="{09588DA8-065E-4F6F-8EFD-43104AB2E0CF}"/>
          </ac:spMkLst>
        </pc:spChg>
        <pc:spChg chg="add del">
          <ac:chgData name="Abdirahman Ali" userId="33f1346c9b5c6626" providerId="LiveId" clId="{977CDADA-2471-4DAA-9D95-C0520B05F4AF}" dt="2026-06-16T20:57:28.594" v="1038" actId="26606"/>
          <ac:spMkLst>
            <pc:docMk/>
            <pc:sldMk cId="385698129" sldId="270"/>
            <ac:spMk id="10" creationId="{C4285719-470E-454C-AF62-8323075F1F5B}"/>
          </ac:spMkLst>
        </pc:spChg>
        <pc:spChg chg="add del">
          <ac:chgData name="Abdirahman Ali" userId="33f1346c9b5c6626" providerId="LiveId" clId="{977CDADA-2471-4DAA-9D95-C0520B05F4AF}" dt="2026-06-16T20:57:28.594" v="1038" actId="26606"/>
          <ac:spMkLst>
            <pc:docMk/>
            <pc:sldMk cId="385698129" sldId="270"/>
            <ac:spMk id="12" creationId="{CD9FE4EF-C4D8-49A0-B2FF-81D8DB7D8A24}"/>
          </ac:spMkLst>
        </pc:spChg>
        <pc:spChg chg="add del">
          <ac:chgData name="Abdirahman Ali" userId="33f1346c9b5c6626" providerId="LiveId" clId="{977CDADA-2471-4DAA-9D95-C0520B05F4AF}" dt="2026-06-16T20:57:28.594" v="1038" actId="26606"/>
          <ac:spMkLst>
            <pc:docMk/>
            <pc:sldMk cId="385698129" sldId="270"/>
            <ac:spMk id="14" creationId="{4300840D-0A0B-4512-BACA-B439D5B9C57C}"/>
          </ac:spMkLst>
        </pc:spChg>
        <pc:spChg chg="add del">
          <ac:chgData name="Abdirahman Ali" userId="33f1346c9b5c6626" providerId="LiveId" clId="{977CDADA-2471-4DAA-9D95-C0520B05F4AF}" dt="2026-06-16T20:57:28.594" v="1038" actId="26606"/>
          <ac:spMkLst>
            <pc:docMk/>
            <pc:sldMk cId="385698129" sldId="270"/>
            <ac:spMk id="16" creationId="{D2B78728-A580-49A7-84F9-6EF6F583ADE0}"/>
          </ac:spMkLst>
        </pc:spChg>
        <pc:spChg chg="add del">
          <ac:chgData name="Abdirahman Ali" userId="33f1346c9b5c6626" providerId="LiveId" clId="{977CDADA-2471-4DAA-9D95-C0520B05F4AF}" dt="2026-06-16T20:57:28.594" v="1038" actId="26606"/>
          <ac:spMkLst>
            <pc:docMk/>
            <pc:sldMk cId="385698129" sldId="270"/>
            <ac:spMk id="18" creationId="{38FAA1A1-D861-433F-88FA-1E9D6FD31D11}"/>
          </ac:spMkLst>
        </pc:spChg>
        <pc:spChg chg="add del">
          <ac:chgData name="Abdirahman Ali" userId="33f1346c9b5c6626" providerId="LiveId" clId="{977CDADA-2471-4DAA-9D95-C0520B05F4AF}" dt="2026-06-16T20:57:28.594" v="1038" actId="26606"/>
          <ac:spMkLst>
            <pc:docMk/>
            <pc:sldMk cId="385698129" sldId="270"/>
            <ac:spMk id="20" creationId="{8D71EDA1-87BF-4D5D-AB79-F346FD19278A}"/>
          </ac:spMkLst>
        </pc:spChg>
        <pc:spChg chg="add del">
          <ac:chgData name="Abdirahman Ali" userId="33f1346c9b5c6626" providerId="LiveId" clId="{977CDADA-2471-4DAA-9D95-C0520B05F4AF}" dt="2026-06-16T21:03:20.629" v="1699" actId="26606"/>
          <ac:spMkLst>
            <pc:docMk/>
            <pc:sldMk cId="385698129" sldId="270"/>
            <ac:spMk id="22" creationId="{DEE2AD96-B495-4E06-9291-B71706F728CB}"/>
          </ac:spMkLst>
        </pc:spChg>
        <pc:spChg chg="add del">
          <ac:chgData name="Abdirahman Ali" userId="33f1346c9b5c6626" providerId="LiveId" clId="{977CDADA-2471-4DAA-9D95-C0520B05F4AF}" dt="2026-06-16T21:03:20.629" v="1699" actId="26606"/>
          <ac:spMkLst>
            <pc:docMk/>
            <pc:sldMk cId="385698129" sldId="270"/>
            <ac:spMk id="23" creationId="{53CF6D67-C5A8-4ADD-9E8E-1E38CA1D3166}"/>
          </ac:spMkLst>
        </pc:spChg>
        <pc:spChg chg="add del">
          <ac:chgData name="Abdirahman Ali" userId="33f1346c9b5c6626" providerId="LiveId" clId="{977CDADA-2471-4DAA-9D95-C0520B05F4AF}" dt="2026-06-16T21:03:20.629" v="1699" actId="26606"/>
          <ac:spMkLst>
            <pc:docMk/>
            <pc:sldMk cId="385698129" sldId="270"/>
            <ac:spMk id="24" creationId="{86909FA0-B515-4681-B7A8-FA281D133B94}"/>
          </ac:spMkLst>
        </pc:spChg>
        <pc:spChg chg="add del">
          <ac:chgData name="Abdirahman Ali" userId="33f1346c9b5c6626" providerId="LiveId" clId="{977CDADA-2471-4DAA-9D95-C0520B05F4AF}" dt="2026-06-16T21:03:20.629" v="1699" actId="26606"/>
          <ac:spMkLst>
            <pc:docMk/>
            <pc:sldMk cId="385698129" sldId="270"/>
            <ac:spMk id="25" creationId="{21C9FE86-FCC3-4A31-AA1C-C882262B7FE7}"/>
          </ac:spMkLst>
        </pc:spChg>
        <pc:spChg chg="add del">
          <ac:chgData name="Abdirahman Ali" userId="33f1346c9b5c6626" providerId="LiveId" clId="{977CDADA-2471-4DAA-9D95-C0520B05F4AF}" dt="2026-06-16T21:03:20.629" v="1699" actId="26606"/>
          <ac:spMkLst>
            <pc:docMk/>
            <pc:sldMk cId="385698129" sldId="270"/>
            <ac:spMk id="26" creationId="{7D96243B-ECED-4B71-8E06-AE9A285EAD20}"/>
          </ac:spMkLst>
        </pc:spChg>
        <pc:spChg chg="add del">
          <ac:chgData name="Abdirahman Ali" userId="33f1346c9b5c6626" providerId="LiveId" clId="{977CDADA-2471-4DAA-9D95-C0520B05F4AF}" dt="2026-06-16T21:03:20.629" v="1699" actId="26606"/>
          <ac:spMkLst>
            <pc:docMk/>
            <pc:sldMk cId="385698129" sldId="270"/>
            <ac:spMk id="27" creationId="{A09989E4-EFDC-4A90-A633-E0525FB4139E}"/>
          </ac:spMkLst>
        </pc:spChg>
        <pc:spChg chg="add del">
          <ac:chgData name="Abdirahman Ali" userId="33f1346c9b5c6626" providerId="LiveId" clId="{977CDADA-2471-4DAA-9D95-C0520B05F4AF}" dt="2026-06-16T21:03:11.758" v="1697" actId="26606"/>
          <ac:spMkLst>
            <pc:docMk/>
            <pc:sldMk cId="385698129" sldId="270"/>
            <ac:spMk id="32" creationId="{4BC99CB9-DDAD-44A2-8A1C-E3AF4E72DF5C}"/>
          </ac:spMkLst>
        </pc:spChg>
        <pc:spChg chg="add del">
          <ac:chgData name="Abdirahman Ali" userId="33f1346c9b5c6626" providerId="LiveId" clId="{977CDADA-2471-4DAA-9D95-C0520B05F4AF}" dt="2026-06-16T21:03:11.758" v="1697" actId="26606"/>
          <ac:spMkLst>
            <pc:docMk/>
            <pc:sldMk cId="385698129" sldId="270"/>
            <ac:spMk id="34" creationId="{64053CBF-3932-45FF-8285-EE5146085F3A}"/>
          </ac:spMkLst>
        </pc:spChg>
        <pc:spChg chg="add del">
          <ac:chgData name="Abdirahman Ali" userId="33f1346c9b5c6626" providerId="LiveId" clId="{977CDADA-2471-4DAA-9D95-C0520B05F4AF}" dt="2026-06-16T21:03:20.629" v="1699" actId="26606"/>
          <ac:spMkLst>
            <pc:docMk/>
            <pc:sldMk cId="385698129" sldId="270"/>
            <ac:spMk id="48" creationId="{18873D23-2DCF-4B31-A009-95721C06E8E1}"/>
          </ac:spMkLst>
        </pc:spChg>
        <pc:spChg chg="add del">
          <ac:chgData name="Abdirahman Ali" userId="33f1346c9b5c6626" providerId="LiveId" clId="{977CDADA-2471-4DAA-9D95-C0520B05F4AF}" dt="2026-06-16T21:03:20.629" v="1699" actId="26606"/>
          <ac:spMkLst>
            <pc:docMk/>
            <pc:sldMk cId="385698129" sldId="270"/>
            <ac:spMk id="49" creationId="{C13EF075-D4EF-4929-ADBC-91B27DA19955}"/>
          </ac:spMkLst>
        </pc:spChg>
      </pc:sldChg>
      <pc:sldChg chg="addSp delSp modSp new mod setBg modClrScheme addAnim delAnim chgLayout">
        <pc:chgData name="Abdirahman Ali" userId="33f1346c9b5c6626" providerId="LiveId" clId="{977CDADA-2471-4DAA-9D95-C0520B05F4AF}" dt="2026-06-16T21:03:28.823" v="1703" actId="20577"/>
        <pc:sldMkLst>
          <pc:docMk/>
          <pc:sldMk cId="4214236581" sldId="271"/>
        </pc:sldMkLst>
        <pc:spChg chg="del mod ord">
          <ac:chgData name="Abdirahman Ali" userId="33f1346c9b5c6626" providerId="LiveId" clId="{977CDADA-2471-4DAA-9D95-C0520B05F4AF}" dt="2026-06-16T20:58:56.185" v="1143" actId="700"/>
          <ac:spMkLst>
            <pc:docMk/>
            <pc:sldMk cId="4214236581" sldId="271"/>
            <ac:spMk id="2" creationId="{F75AB26C-AB98-D2E3-C054-C414929463DC}"/>
          </ac:spMkLst>
        </pc:spChg>
        <pc:spChg chg="del">
          <ac:chgData name="Abdirahman Ali" userId="33f1346c9b5c6626" providerId="LiveId" clId="{977CDADA-2471-4DAA-9D95-C0520B05F4AF}" dt="2026-06-16T20:58:56.185" v="1143" actId="700"/>
          <ac:spMkLst>
            <pc:docMk/>
            <pc:sldMk cId="4214236581" sldId="271"/>
            <ac:spMk id="3" creationId="{78BA5747-4F55-6F63-1D0D-B4E49CAC272C}"/>
          </ac:spMkLst>
        </pc:spChg>
        <pc:spChg chg="add mod ord">
          <ac:chgData name="Abdirahman Ali" userId="33f1346c9b5c6626" providerId="LiveId" clId="{977CDADA-2471-4DAA-9D95-C0520B05F4AF}" dt="2026-06-16T21:03:28.823" v="1703" actId="20577"/>
          <ac:spMkLst>
            <pc:docMk/>
            <pc:sldMk cId="4214236581" sldId="271"/>
            <ac:spMk id="4" creationId="{F749756C-59E6-6222-DF48-23D786B0C658}"/>
          </ac:spMkLst>
        </pc:spChg>
        <pc:spChg chg="add del">
          <ac:chgData name="Abdirahman Ali" userId="33f1346c9b5c6626" providerId="LiveId" clId="{977CDADA-2471-4DAA-9D95-C0520B05F4AF}" dt="2026-06-16T21:03:25.447" v="1702" actId="26606"/>
          <ac:spMkLst>
            <pc:docMk/>
            <pc:sldMk cId="4214236581" sldId="271"/>
            <ac:spMk id="9" creationId="{6F5A5072-7B47-4D32-B52A-4EBBF590B8A5}"/>
          </ac:spMkLst>
        </pc:spChg>
        <pc:spChg chg="add del">
          <ac:chgData name="Abdirahman Ali" userId="33f1346c9b5c6626" providerId="LiveId" clId="{977CDADA-2471-4DAA-9D95-C0520B05F4AF}" dt="2026-06-16T21:03:25.447" v="1702" actId="26606"/>
          <ac:spMkLst>
            <pc:docMk/>
            <pc:sldMk cId="4214236581" sldId="271"/>
            <ac:spMk id="11" creationId="{9715DAF0-AE1B-46C9-8A6B-DB2AA05AB91D}"/>
          </ac:spMkLst>
        </pc:spChg>
        <pc:spChg chg="add del">
          <ac:chgData name="Abdirahman Ali" userId="33f1346c9b5c6626" providerId="LiveId" clId="{977CDADA-2471-4DAA-9D95-C0520B05F4AF}" dt="2026-06-16T21:03:25.447" v="1702" actId="26606"/>
          <ac:spMkLst>
            <pc:docMk/>
            <pc:sldMk cId="4214236581" sldId="271"/>
            <ac:spMk id="13" creationId="{6016219D-510E-4184-9090-6D5578A87BD1}"/>
          </ac:spMkLst>
        </pc:spChg>
        <pc:spChg chg="add del">
          <ac:chgData name="Abdirahman Ali" userId="33f1346c9b5c6626" providerId="LiveId" clId="{977CDADA-2471-4DAA-9D95-C0520B05F4AF}" dt="2026-06-16T21:03:25.447" v="1702" actId="26606"/>
          <ac:spMkLst>
            <pc:docMk/>
            <pc:sldMk cId="4214236581" sldId="271"/>
            <ac:spMk id="15" creationId="{AFF4A713-7B75-4B21-90D7-5AB19547C728}"/>
          </ac:spMkLst>
        </pc:spChg>
        <pc:spChg chg="add del">
          <ac:chgData name="Abdirahman Ali" userId="33f1346c9b5c6626" providerId="LiveId" clId="{977CDADA-2471-4DAA-9D95-C0520B05F4AF}" dt="2026-06-16T21:03:25.447" v="1702" actId="26606"/>
          <ac:spMkLst>
            <pc:docMk/>
            <pc:sldMk cId="4214236581" sldId="271"/>
            <ac:spMk id="17" creationId="{DC631C0B-6DA6-4E57-8231-CE32B3434A7E}"/>
          </ac:spMkLst>
        </pc:spChg>
        <pc:spChg chg="add del">
          <ac:chgData name="Abdirahman Ali" userId="33f1346c9b5c6626" providerId="LiveId" clId="{977CDADA-2471-4DAA-9D95-C0520B05F4AF}" dt="2026-06-16T21:03:25.447" v="1702" actId="26606"/>
          <ac:spMkLst>
            <pc:docMk/>
            <pc:sldMk cId="4214236581" sldId="271"/>
            <ac:spMk id="19" creationId="{C29501E6-A978-4A61-9689-9085AF97A53A}"/>
          </ac:spMkLst>
        </pc:spChg>
        <pc:spChg chg="add del">
          <ac:chgData name="Abdirahman Ali" userId="33f1346c9b5c6626" providerId="LiveId" clId="{977CDADA-2471-4DAA-9D95-C0520B05F4AF}" dt="2026-06-16T21:02:36.249" v="1686" actId="26606"/>
          <ac:spMkLst>
            <pc:docMk/>
            <pc:sldMk cId="4214236581" sldId="271"/>
            <ac:spMk id="24" creationId="{6DDA8CE9-E0A6-4FF2-823D-D08607606DC2}"/>
          </ac:spMkLst>
        </pc:spChg>
        <pc:spChg chg="add del">
          <ac:chgData name="Abdirahman Ali" userId="33f1346c9b5c6626" providerId="LiveId" clId="{977CDADA-2471-4DAA-9D95-C0520B05F4AF}" dt="2026-06-16T21:02:36.249" v="1686" actId="26606"/>
          <ac:spMkLst>
            <pc:docMk/>
            <pc:sldMk cId="4214236581" sldId="271"/>
            <ac:spMk id="26" creationId="{11195564-33B9-434B-9641-764F5905A56F}"/>
          </ac:spMkLst>
        </pc:spChg>
        <pc:spChg chg="add del">
          <ac:chgData name="Abdirahman Ali" userId="33f1346c9b5c6626" providerId="LiveId" clId="{977CDADA-2471-4DAA-9D95-C0520B05F4AF}" dt="2026-06-16T21:03:25.447" v="1702" actId="26606"/>
          <ac:spMkLst>
            <pc:docMk/>
            <pc:sldMk cId="4214236581" sldId="271"/>
            <ac:spMk id="41" creationId="{73A25D70-4A55-4F72-B9C5-A69CDBF4DB42}"/>
          </ac:spMkLst>
        </pc:spChg>
        <pc:spChg chg="add del">
          <ac:chgData name="Abdirahman Ali" userId="33f1346c9b5c6626" providerId="LiveId" clId="{977CDADA-2471-4DAA-9D95-C0520B05F4AF}" dt="2026-06-16T21:03:25.447" v="1702" actId="26606"/>
          <ac:spMkLst>
            <pc:docMk/>
            <pc:sldMk cId="4214236581" sldId="271"/>
            <ac:spMk id="42" creationId="{54957100-6D8B-4161-9F2F-C0A949EC84C4}"/>
          </ac:spMkLst>
        </pc:spChg>
        <pc:spChg chg="add del">
          <ac:chgData name="Abdirahman Ali" userId="33f1346c9b5c6626" providerId="LiveId" clId="{977CDADA-2471-4DAA-9D95-C0520B05F4AF}" dt="2026-06-16T21:03:25.447" v="1702" actId="26606"/>
          <ac:spMkLst>
            <pc:docMk/>
            <pc:sldMk cId="4214236581" sldId="271"/>
            <ac:spMk id="43" creationId="{0BD8B065-EE51-4AE2-A94C-86249998FD7B}"/>
          </ac:spMkLst>
        </pc:spChg>
        <pc:grpChg chg="add del">
          <ac:chgData name="Abdirahman Ali" userId="33f1346c9b5c6626" providerId="LiveId" clId="{977CDADA-2471-4DAA-9D95-C0520B05F4AF}" dt="2026-06-16T21:02:36.249" v="1686" actId="26606"/>
          <ac:grpSpMkLst>
            <pc:docMk/>
            <pc:sldMk cId="4214236581" sldId="271"/>
            <ac:grpSpMk id="28" creationId="{1D18C537-E336-47C4-836B-C342A230F8F3}"/>
          </ac:grpSpMkLst>
        </pc:gr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A20294-D67F-4B91-820E-86317859CB07}" type="doc">
      <dgm:prSet loTypeId="urn:microsoft.com/office/officeart/2005/8/layout/vList5" loCatId="list" qsTypeId="urn:microsoft.com/office/officeart/2005/8/quickstyle/simple4" qsCatId="simple" csTypeId="urn:microsoft.com/office/officeart/2005/8/colors/accent0_3" csCatId="mainScheme"/>
      <dgm:spPr/>
      <dgm:t>
        <a:bodyPr/>
        <a:lstStyle/>
        <a:p>
          <a:endParaRPr lang="en-US"/>
        </a:p>
      </dgm:t>
    </dgm:pt>
    <dgm:pt modelId="{726DC76A-60E3-4382-9643-20CDA742AAAD}">
      <dgm:prSet/>
      <dgm:spPr/>
      <dgm:t>
        <a:bodyPr/>
        <a:lstStyle/>
        <a:p>
          <a:r>
            <a:rPr lang="en-US"/>
            <a:t>Entity = table</a:t>
          </a:r>
        </a:p>
      </dgm:t>
    </dgm:pt>
    <dgm:pt modelId="{160E8293-0DA4-4E55-922E-2DBE85A0281A}" type="parTrans" cxnId="{E6FED4BE-B032-47D8-85E6-743844209065}">
      <dgm:prSet/>
      <dgm:spPr/>
      <dgm:t>
        <a:bodyPr/>
        <a:lstStyle/>
        <a:p>
          <a:endParaRPr lang="en-US"/>
        </a:p>
      </dgm:t>
    </dgm:pt>
    <dgm:pt modelId="{36BEB313-1F4B-4AF3-AC99-E98813BACC4E}" type="sibTrans" cxnId="{E6FED4BE-B032-47D8-85E6-743844209065}">
      <dgm:prSet/>
      <dgm:spPr/>
      <dgm:t>
        <a:bodyPr/>
        <a:lstStyle/>
        <a:p>
          <a:endParaRPr lang="en-US"/>
        </a:p>
      </dgm:t>
    </dgm:pt>
    <dgm:pt modelId="{938A9B1C-0856-422E-A978-334D1C26E3AF}">
      <dgm:prSet/>
      <dgm:spPr/>
      <dgm:t>
        <a:bodyPr/>
        <a:lstStyle/>
        <a:p>
          <a:r>
            <a:rPr lang="en-US"/>
            <a:t>Primary Key = unique row ID</a:t>
          </a:r>
        </a:p>
      </dgm:t>
    </dgm:pt>
    <dgm:pt modelId="{F7EA4E02-E46D-4D69-A3EA-1CACAD02B5B2}" type="parTrans" cxnId="{FE5BA7B2-41D6-4C62-A78E-1FC2FD27521E}">
      <dgm:prSet/>
      <dgm:spPr/>
      <dgm:t>
        <a:bodyPr/>
        <a:lstStyle/>
        <a:p>
          <a:endParaRPr lang="en-US"/>
        </a:p>
      </dgm:t>
    </dgm:pt>
    <dgm:pt modelId="{44780F6F-8044-40DA-A61C-0FA87539C2F5}" type="sibTrans" cxnId="{FE5BA7B2-41D6-4C62-A78E-1FC2FD27521E}">
      <dgm:prSet/>
      <dgm:spPr/>
      <dgm:t>
        <a:bodyPr/>
        <a:lstStyle/>
        <a:p>
          <a:endParaRPr lang="en-US"/>
        </a:p>
      </dgm:t>
    </dgm:pt>
    <dgm:pt modelId="{84DCAAE2-2E1D-412E-B818-BD6E14CF15E6}">
      <dgm:prSet/>
      <dgm:spPr/>
      <dgm:t>
        <a:bodyPr/>
        <a:lstStyle/>
        <a:p>
          <a:r>
            <a:rPr lang="en-US"/>
            <a:t>Foreign key = connects tables</a:t>
          </a:r>
        </a:p>
      </dgm:t>
    </dgm:pt>
    <dgm:pt modelId="{61538426-124C-4458-ACFF-06F5F19A7C64}" type="parTrans" cxnId="{F63C3708-E976-434E-BA7D-03A0F9D921FC}">
      <dgm:prSet/>
      <dgm:spPr/>
      <dgm:t>
        <a:bodyPr/>
        <a:lstStyle/>
        <a:p>
          <a:endParaRPr lang="en-US"/>
        </a:p>
      </dgm:t>
    </dgm:pt>
    <dgm:pt modelId="{BFAB0BB8-E072-402B-A164-481DC4115089}" type="sibTrans" cxnId="{F63C3708-E976-434E-BA7D-03A0F9D921FC}">
      <dgm:prSet/>
      <dgm:spPr/>
      <dgm:t>
        <a:bodyPr/>
        <a:lstStyle/>
        <a:p>
          <a:endParaRPr lang="en-US"/>
        </a:p>
      </dgm:t>
    </dgm:pt>
    <dgm:pt modelId="{0D99A5FC-3FAB-475D-9DF9-BDF48D7B806B}">
      <dgm:prSet/>
      <dgm:spPr/>
      <dgm:t>
        <a:bodyPr/>
        <a:lstStyle/>
        <a:p>
          <a:r>
            <a:rPr lang="en-US"/>
            <a:t>Relationship = how tables connect</a:t>
          </a:r>
        </a:p>
      </dgm:t>
    </dgm:pt>
    <dgm:pt modelId="{BF79AE86-16D8-4F16-8AAD-11B536AE739E}" type="parTrans" cxnId="{124AA82F-09E6-4F64-8370-AE1541A3C008}">
      <dgm:prSet/>
      <dgm:spPr/>
      <dgm:t>
        <a:bodyPr/>
        <a:lstStyle/>
        <a:p>
          <a:endParaRPr lang="en-US"/>
        </a:p>
      </dgm:t>
    </dgm:pt>
    <dgm:pt modelId="{F9E8ED28-E5BB-4B0E-BE17-BAB5AC0E826C}" type="sibTrans" cxnId="{124AA82F-09E6-4F64-8370-AE1541A3C008}">
      <dgm:prSet/>
      <dgm:spPr/>
      <dgm:t>
        <a:bodyPr/>
        <a:lstStyle/>
        <a:p>
          <a:endParaRPr lang="en-US"/>
        </a:p>
      </dgm:t>
    </dgm:pt>
    <dgm:pt modelId="{2EEF85F0-7206-4337-ACDE-946D27CE4873}" type="pres">
      <dgm:prSet presAssocID="{37A20294-D67F-4B91-820E-86317859CB07}" presName="Name0" presStyleCnt="0">
        <dgm:presLayoutVars>
          <dgm:dir/>
          <dgm:animLvl val="lvl"/>
          <dgm:resizeHandles val="exact"/>
        </dgm:presLayoutVars>
      </dgm:prSet>
      <dgm:spPr/>
    </dgm:pt>
    <dgm:pt modelId="{A52659DB-5CD8-46D3-98D1-FBE0B3CEBE2D}" type="pres">
      <dgm:prSet presAssocID="{726DC76A-60E3-4382-9643-20CDA742AAAD}" presName="linNode" presStyleCnt="0"/>
      <dgm:spPr/>
    </dgm:pt>
    <dgm:pt modelId="{04DDD098-E3F5-4A4F-8945-4CD5603FB040}" type="pres">
      <dgm:prSet presAssocID="{726DC76A-60E3-4382-9643-20CDA742AAAD}" presName="parentText" presStyleLbl="node1" presStyleIdx="0" presStyleCnt="4">
        <dgm:presLayoutVars>
          <dgm:chMax val="1"/>
          <dgm:bulletEnabled val="1"/>
        </dgm:presLayoutVars>
      </dgm:prSet>
      <dgm:spPr/>
    </dgm:pt>
    <dgm:pt modelId="{D21C0ABF-A80D-4411-BC14-5AE6E1C32580}" type="pres">
      <dgm:prSet presAssocID="{36BEB313-1F4B-4AF3-AC99-E98813BACC4E}" presName="sp" presStyleCnt="0"/>
      <dgm:spPr/>
    </dgm:pt>
    <dgm:pt modelId="{5114344D-CB15-4A80-8792-ECCA4CED2332}" type="pres">
      <dgm:prSet presAssocID="{938A9B1C-0856-422E-A978-334D1C26E3AF}" presName="linNode" presStyleCnt="0"/>
      <dgm:spPr/>
    </dgm:pt>
    <dgm:pt modelId="{AD913B9C-909C-4324-85EB-4D052E0F9658}" type="pres">
      <dgm:prSet presAssocID="{938A9B1C-0856-422E-A978-334D1C26E3AF}" presName="parentText" presStyleLbl="node1" presStyleIdx="1" presStyleCnt="4">
        <dgm:presLayoutVars>
          <dgm:chMax val="1"/>
          <dgm:bulletEnabled val="1"/>
        </dgm:presLayoutVars>
      </dgm:prSet>
      <dgm:spPr/>
    </dgm:pt>
    <dgm:pt modelId="{E0F8A5AB-D0AE-4A1F-BE56-3FAA5CFE96D4}" type="pres">
      <dgm:prSet presAssocID="{44780F6F-8044-40DA-A61C-0FA87539C2F5}" presName="sp" presStyleCnt="0"/>
      <dgm:spPr/>
    </dgm:pt>
    <dgm:pt modelId="{6F3D0213-543A-4D11-80A0-BAFC905B10A9}" type="pres">
      <dgm:prSet presAssocID="{84DCAAE2-2E1D-412E-B818-BD6E14CF15E6}" presName="linNode" presStyleCnt="0"/>
      <dgm:spPr/>
    </dgm:pt>
    <dgm:pt modelId="{56DCC7E7-1425-46A9-ACC0-1F64F9E76A71}" type="pres">
      <dgm:prSet presAssocID="{84DCAAE2-2E1D-412E-B818-BD6E14CF15E6}" presName="parentText" presStyleLbl="node1" presStyleIdx="2" presStyleCnt="4">
        <dgm:presLayoutVars>
          <dgm:chMax val="1"/>
          <dgm:bulletEnabled val="1"/>
        </dgm:presLayoutVars>
      </dgm:prSet>
      <dgm:spPr/>
    </dgm:pt>
    <dgm:pt modelId="{52C67FFF-D184-4212-83C5-D79754A5057E}" type="pres">
      <dgm:prSet presAssocID="{BFAB0BB8-E072-402B-A164-481DC4115089}" presName="sp" presStyleCnt="0"/>
      <dgm:spPr/>
    </dgm:pt>
    <dgm:pt modelId="{BDD9D087-5AFB-4DA5-998C-7EF3632DB0F1}" type="pres">
      <dgm:prSet presAssocID="{0D99A5FC-3FAB-475D-9DF9-BDF48D7B806B}" presName="linNode" presStyleCnt="0"/>
      <dgm:spPr/>
    </dgm:pt>
    <dgm:pt modelId="{312B9B0A-7E7F-471E-9098-24BA945E8774}" type="pres">
      <dgm:prSet presAssocID="{0D99A5FC-3FAB-475D-9DF9-BDF48D7B806B}" presName="parentText" presStyleLbl="node1" presStyleIdx="3" presStyleCnt="4">
        <dgm:presLayoutVars>
          <dgm:chMax val="1"/>
          <dgm:bulletEnabled val="1"/>
        </dgm:presLayoutVars>
      </dgm:prSet>
      <dgm:spPr/>
    </dgm:pt>
  </dgm:ptLst>
  <dgm:cxnLst>
    <dgm:cxn modelId="{AD74BA06-3839-4BEF-880A-729282B00672}" type="presOf" srcId="{84DCAAE2-2E1D-412E-B818-BD6E14CF15E6}" destId="{56DCC7E7-1425-46A9-ACC0-1F64F9E76A71}" srcOrd="0" destOrd="0" presId="urn:microsoft.com/office/officeart/2005/8/layout/vList5"/>
    <dgm:cxn modelId="{F63C3708-E976-434E-BA7D-03A0F9D921FC}" srcId="{37A20294-D67F-4B91-820E-86317859CB07}" destId="{84DCAAE2-2E1D-412E-B818-BD6E14CF15E6}" srcOrd="2" destOrd="0" parTransId="{61538426-124C-4458-ACFF-06F5F19A7C64}" sibTransId="{BFAB0BB8-E072-402B-A164-481DC4115089}"/>
    <dgm:cxn modelId="{124AA82F-09E6-4F64-8370-AE1541A3C008}" srcId="{37A20294-D67F-4B91-820E-86317859CB07}" destId="{0D99A5FC-3FAB-475D-9DF9-BDF48D7B806B}" srcOrd="3" destOrd="0" parTransId="{BF79AE86-16D8-4F16-8AAD-11B536AE739E}" sibTransId="{F9E8ED28-E5BB-4B0E-BE17-BAB5AC0E826C}"/>
    <dgm:cxn modelId="{19FE6A34-300A-4CF1-A9FC-1BD4C1B54048}" type="presOf" srcId="{938A9B1C-0856-422E-A978-334D1C26E3AF}" destId="{AD913B9C-909C-4324-85EB-4D052E0F9658}" srcOrd="0" destOrd="0" presId="urn:microsoft.com/office/officeart/2005/8/layout/vList5"/>
    <dgm:cxn modelId="{538BC77D-FAA4-4E81-B2F0-EE559A45838B}" type="presOf" srcId="{37A20294-D67F-4B91-820E-86317859CB07}" destId="{2EEF85F0-7206-4337-ACDE-946D27CE4873}" srcOrd="0" destOrd="0" presId="urn:microsoft.com/office/officeart/2005/8/layout/vList5"/>
    <dgm:cxn modelId="{8914F991-46EB-44E2-ABCB-A3956932332F}" type="presOf" srcId="{0D99A5FC-3FAB-475D-9DF9-BDF48D7B806B}" destId="{312B9B0A-7E7F-471E-9098-24BA945E8774}" srcOrd="0" destOrd="0" presId="urn:microsoft.com/office/officeart/2005/8/layout/vList5"/>
    <dgm:cxn modelId="{FE5BA7B2-41D6-4C62-A78E-1FC2FD27521E}" srcId="{37A20294-D67F-4B91-820E-86317859CB07}" destId="{938A9B1C-0856-422E-A978-334D1C26E3AF}" srcOrd="1" destOrd="0" parTransId="{F7EA4E02-E46D-4D69-A3EA-1CACAD02B5B2}" sibTransId="{44780F6F-8044-40DA-A61C-0FA87539C2F5}"/>
    <dgm:cxn modelId="{E6FED4BE-B032-47D8-85E6-743844209065}" srcId="{37A20294-D67F-4B91-820E-86317859CB07}" destId="{726DC76A-60E3-4382-9643-20CDA742AAAD}" srcOrd="0" destOrd="0" parTransId="{160E8293-0DA4-4E55-922E-2DBE85A0281A}" sibTransId="{36BEB313-1F4B-4AF3-AC99-E98813BACC4E}"/>
    <dgm:cxn modelId="{45C5C8F4-4D7F-4995-9AB7-45E7D470CA77}" type="presOf" srcId="{726DC76A-60E3-4382-9643-20CDA742AAAD}" destId="{04DDD098-E3F5-4A4F-8945-4CD5603FB040}" srcOrd="0" destOrd="0" presId="urn:microsoft.com/office/officeart/2005/8/layout/vList5"/>
    <dgm:cxn modelId="{E259D8E8-208B-46B4-A8B4-7954F303E284}" type="presParOf" srcId="{2EEF85F0-7206-4337-ACDE-946D27CE4873}" destId="{A52659DB-5CD8-46D3-98D1-FBE0B3CEBE2D}" srcOrd="0" destOrd="0" presId="urn:microsoft.com/office/officeart/2005/8/layout/vList5"/>
    <dgm:cxn modelId="{6636CD1F-53AC-4B9B-A9FD-30A1ED407994}" type="presParOf" srcId="{A52659DB-5CD8-46D3-98D1-FBE0B3CEBE2D}" destId="{04DDD098-E3F5-4A4F-8945-4CD5603FB040}" srcOrd="0" destOrd="0" presId="urn:microsoft.com/office/officeart/2005/8/layout/vList5"/>
    <dgm:cxn modelId="{667BD145-4EC6-4683-9CD3-469028C2BF76}" type="presParOf" srcId="{2EEF85F0-7206-4337-ACDE-946D27CE4873}" destId="{D21C0ABF-A80D-4411-BC14-5AE6E1C32580}" srcOrd="1" destOrd="0" presId="urn:microsoft.com/office/officeart/2005/8/layout/vList5"/>
    <dgm:cxn modelId="{04E22AB6-0EFA-4500-9750-F6BE766CF65E}" type="presParOf" srcId="{2EEF85F0-7206-4337-ACDE-946D27CE4873}" destId="{5114344D-CB15-4A80-8792-ECCA4CED2332}" srcOrd="2" destOrd="0" presId="urn:microsoft.com/office/officeart/2005/8/layout/vList5"/>
    <dgm:cxn modelId="{2156EBC3-58B1-4CD0-943B-FC450C3FD910}" type="presParOf" srcId="{5114344D-CB15-4A80-8792-ECCA4CED2332}" destId="{AD913B9C-909C-4324-85EB-4D052E0F9658}" srcOrd="0" destOrd="0" presId="urn:microsoft.com/office/officeart/2005/8/layout/vList5"/>
    <dgm:cxn modelId="{B17FE51B-2A54-4EE1-AA0E-65E293A21D0D}" type="presParOf" srcId="{2EEF85F0-7206-4337-ACDE-946D27CE4873}" destId="{E0F8A5AB-D0AE-4A1F-BE56-3FAA5CFE96D4}" srcOrd="3" destOrd="0" presId="urn:microsoft.com/office/officeart/2005/8/layout/vList5"/>
    <dgm:cxn modelId="{F6896091-7834-496A-AF11-9A6F1BDB5F37}" type="presParOf" srcId="{2EEF85F0-7206-4337-ACDE-946D27CE4873}" destId="{6F3D0213-543A-4D11-80A0-BAFC905B10A9}" srcOrd="4" destOrd="0" presId="urn:microsoft.com/office/officeart/2005/8/layout/vList5"/>
    <dgm:cxn modelId="{B20C3CD5-62AD-44F5-9D8F-7F26F075D6D2}" type="presParOf" srcId="{6F3D0213-543A-4D11-80A0-BAFC905B10A9}" destId="{56DCC7E7-1425-46A9-ACC0-1F64F9E76A71}" srcOrd="0" destOrd="0" presId="urn:microsoft.com/office/officeart/2005/8/layout/vList5"/>
    <dgm:cxn modelId="{1313DB4D-1AC6-474A-8C77-1C185B6D1F01}" type="presParOf" srcId="{2EEF85F0-7206-4337-ACDE-946D27CE4873}" destId="{52C67FFF-D184-4212-83C5-D79754A5057E}" srcOrd="5" destOrd="0" presId="urn:microsoft.com/office/officeart/2005/8/layout/vList5"/>
    <dgm:cxn modelId="{642FBD73-EAE7-482E-92CE-A5C357198EF6}" type="presParOf" srcId="{2EEF85F0-7206-4337-ACDE-946D27CE4873}" destId="{BDD9D087-5AFB-4DA5-998C-7EF3632DB0F1}" srcOrd="6" destOrd="0" presId="urn:microsoft.com/office/officeart/2005/8/layout/vList5"/>
    <dgm:cxn modelId="{3C18D4CA-DE9E-4D70-BE43-46E69D414699}" type="presParOf" srcId="{BDD9D087-5AFB-4DA5-998C-7EF3632DB0F1}" destId="{312B9B0A-7E7F-471E-9098-24BA945E8774}"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DDD098-E3F5-4A4F-8945-4CD5603FB040}">
      <dsp:nvSpPr>
        <dsp:cNvPr id="0" name=""/>
        <dsp:cNvSpPr/>
      </dsp:nvSpPr>
      <dsp:spPr>
        <a:xfrm>
          <a:off x="2133386" y="2729"/>
          <a:ext cx="2400059" cy="1312882"/>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Entity = table</a:t>
          </a:r>
        </a:p>
      </dsp:txBody>
      <dsp:txXfrm>
        <a:off x="2197476" y="66819"/>
        <a:ext cx="2271879" cy="1184702"/>
      </dsp:txXfrm>
    </dsp:sp>
    <dsp:sp modelId="{AD913B9C-909C-4324-85EB-4D052E0F9658}">
      <dsp:nvSpPr>
        <dsp:cNvPr id="0" name=""/>
        <dsp:cNvSpPr/>
      </dsp:nvSpPr>
      <dsp:spPr>
        <a:xfrm>
          <a:off x="2133386" y="1381255"/>
          <a:ext cx="2400059" cy="1312882"/>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Primary Key = unique row ID</a:t>
          </a:r>
        </a:p>
      </dsp:txBody>
      <dsp:txXfrm>
        <a:off x="2197476" y="1445345"/>
        <a:ext cx="2271879" cy="1184702"/>
      </dsp:txXfrm>
    </dsp:sp>
    <dsp:sp modelId="{56DCC7E7-1425-46A9-ACC0-1F64F9E76A71}">
      <dsp:nvSpPr>
        <dsp:cNvPr id="0" name=""/>
        <dsp:cNvSpPr/>
      </dsp:nvSpPr>
      <dsp:spPr>
        <a:xfrm>
          <a:off x="2133386" y="2759782"/>
          <a:ext cx="2400059" cy="1312882"/>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Foreign key = connects tables</a:t>
          </a:r>
        </a:p>
      </dsp:txBody>
      <dsp:txXfrm>
        <a:off x="2197476" y="2823872"/>
        <a:ext cx="2271879" cy="1184702"/>
      </dsp:txXfrm>
    </dsp:sp>
    <dsp:sp modelId="{312B9B0A-7E7F-471E-9098-24BA945E8774}">
      <dsp:nvSpPr>
        <dsp:cNvPr id="0" name=""/>
        <dsp:cNvSpPr/>
      </dsp:nvSpPr>
      <dsp:spPr>
        <a:xfrm>
          <a:off x="2133386" y="4138308"/>
          <a:ext cx="2400059" cy="1312882"/>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a:t>Relationship = how tables connect</a:t>
          </a:r>
        </a:p>
      </dsp:txBody>
      <dsp:txXfrm>
        <a:off x="2197476" y="4202398"/>
        <a:ext cx="2271879" cy="118470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6T20:01:32.094"/>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0 1,'4585'0,"-4560"0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6T20:01:37.952"/>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0 0,'6384'0,"-6364"0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6T20:01:48.611"/>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0,'1879'0,"-1860"0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16T20:01:54.660"/>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0,'6145'0,"-6129"0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6DA5F6-B578-4F3C-B1EB-F62ACE4C3A6E}"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CCD90-33DF-4BE4-9A60-E113A8366227}" type="slidenum">
              <a:rPr lang="en-US" smtClean="0"/>
              <a:t>‹#›</a:t>
            </a:fld>
            <a:endParaRPr lang="en-US"/>
          </a:p>
        </p:txBody>
      </p:sp>
    </p:spTree>
    <p:extLst>
      <p:ext uri="{BB962C8B-B14F-4D97-AF65-F5344CB8AC3E}">
        <p14:creationId xmlns:p14="http://schemas.microsoft.com/office/powerpoint/2010/main" val="3102350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0CCD90-33DF-4BE4-9A60-E113A8366227}" type="slidenum">
              <a:rPr lang="en-US" smtClean="0"/>
              <a:t>3</a:t>
            </a:fld>
            <a:endParaRPr lang="en-US"/>
          </a:p>
        </p:txBody>
      </p:sp>
    </p:spTree>
    <p:extLst>
      <p:ext uri="{BB962C8B-B14F-4D97-AF65-F5344CB8AC3E}">
        <p14:creationId xmlns:p14="http://schemas.microsoft.com/office/powerpoint/2010/main" val="2261827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0CCD90-33DF-4BE4-9A60-E113A8366227}" type="slidenum">
              <a:rPr lang="en-US" smtClean="0"/>
              <a:t>10</a:t>
            </a:fld>
            <a:endParaRPr lang="en-US"/>
          </a:p>
        </p:txBody>
      </p:sp>
    </p:spTree>
    <p:extLst>
      <p:ext uri="{BB962C8B-B14F-4D97-AF65-F5344CB8AC3E}">
        <p14:creationId xmlns:p14="http://schemas.microsoft.com/office/powerpoint/2010/main" val="2427157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2C07A-343F-A410-E1D9-AD5D29BA86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181464-BE0E-863F-AE58-BDB123348D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30D336-86C0-B93F-2CCD-496FA565CE09}"/>
              </a:ext>
            </a:extLst>
          </p:cNvPr>
          <p:cNvSpPr>
            <a:spLocks noGrp="1"/>
          </p:cNvSpPr>
          <p:nvPr>
            <p:ph type="dt" sz="half" idx="10"/>
          </p:nvPr>
        </p:nvSpPr>
        <p:spPr/>
        <p:txBody>
          <a:bodyPr/>
          <a:lstStyle/>
          <a:p>
            <a:fld id="{C7237109-193B-43E4-B2D8-64138A43030D}" type="datetimeFigureOut">
              <a:rPr lang="en-US" smtClean="0"/>
              <a:t>6/16/2026</a:t>
            </a:fld>
            <a:endParaRPr lang="en-US"/>
          </a:p>
        </p:txBody>
      </p:sp>
      <p:sp>
        <p:nvSpPr>
          <p:cNvPr id="5" name="Footer Placeholder 4">
            <a:extLst>
              <a:ext uri="{FF2B5EF4-FFF2-40B4-BE49-F238E27FC236}">
                <a16:creationId xmlns:a16="http://schemas.microsoft.com/office/drawing/2014/main" id="{BCB8575C-5C50-3C36-6A1F-0F4CEBF7C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EFBB36-3900-9659-5A91-721B7B44C1B1}"/>
              </a:ext>
            </a:extLst>
          </p:cNvPr>
          <p:cNvSpPr>
            <a:spLocks noGrp="1"/>
          </p:cNvSpPr>
          <p:nvPr>
            <p:ph type="sldNum" sz="quarter" idx="12"/>
          </p:nvPr>
        </p:nvSpPr>
        <p:spPr/>
        <p:txBody>
          <a:bodyPr/>
          <a:lstStyle/>
          <a:p>
            <a:fld id="{BD00A48D-0346-46D4-B215-32E74A391006}" type="slidenum">
              <a:rPr lang="en-US" smtClean="0"/>
              <a:t>‹#›</a:t>
            </a:fld>
            <a:endParaRPr lang="en-US"/>
          </a:p>
        </p:txBody>
      </p:sp>
    </p:spTree>
    <p:extLst>
      <p:ext uri="{BB962C8B-B14F-4D97-AF65-F5344CB8AC3E}">
        <p14:creationId xmlns:p14="http://schemas.microsoft.com/office/powerpoint/2010/main" val="3826469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48251-90AA-2BC9-8758-48BD08CD06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E5B5CB-AD61-3E87-C297-A340675EFD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40B8D3-2A45-BE0C-1CAC-4F1941CB0E60}"/>
              </a:ext>
            </a:extLst>
          </p:cNvPr>
          <p:cNvSpPr>
            <a:spLocks noGrp="1"/>
          </p:cNvSpPr>
          <p:nvPr>
            <p:ph type="dt" sz="half" idx="10"/>
          </p:nvPr>
        </p:nvSpPr>
        <p:spPr/>
        <p:txBody>
          <a:bodyPr/>
          <a:lstStyle/>
          <a:p>
            <a:fld id="{C7237109-193B-43E4-B2D8-64138A43030D}" type="datetimeFigureOut">
              <a:rPr lang="en-US" smtClean="0"/>
              <a:t>6/16/2026</a:t>
            </a:fld>
            <a:endParaRPr lang="en-US"/>
          </a:p>
        </p:txBody>
      </p:sp>
      <p:sp>
        <p:nvSpPr>
          <p:cNvPr id="5" name="Footer Placeholder 4">
            <a:extLst>
              <a:ext uri="{FF2B5EF4-FFF2-40B4-BE49-F238E27FC236}">
                <a16:creationId xmlns:a16="http://schemas.microsoft.com/office/drawing/2014/main" id="{7677FBCE-2EF2-F317-B86D-E5DCA6A81E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D66CE-C831-FF3D-17AA-DB257C2D60E6}"/>
              </a:ext>
            </a:extLst>
          </p:cNvPr>
          <p:cNvSpPr>
            <a:spLocks noGrp="1"/>
          </p:cNvSpPr>
          <p:nvPr>
            <p:ph type="sldNum" sz="quarter" idx="12"/>
          </p:nvPr>
        </p:nvSpPr>
        <p:spPr/>
        <p:txBody>
          <a:bodyPr/>
          <a:lstStyle/>
          <a:p>
            <a:fld id="{BD00A48D-0346-46D4-B215-32E74A391006}" type="slidenum">
              <a:rPr lang="en-US" smtClean="0"/>
              <a:t>‹#›</a:t>
            </a:fld>
            <a:endParaRPr lang="en-US"/>
          </a:p>
        </p:txBody>
      </p:sp>
    </p:spTree>
    <p:extLst>
      <p:ext uri="{BB962C8B-B14F-4D97-AF65-F5344CB8AC3E}">
        <p14:creationId xmlns:p14="http://schemas.microsoft.com/office/powerpoint/2010/main" val="2189631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D32A7-2788-83C1-8853-96E5E5E950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862E46-C45C-5B57-66C3-A424B05C11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6A8BD9-EF11-2FDC-E736-2D5B96F1595F}"/>
              </a:ext>
            </a:extLst>
          </p:cNvPr>
          <p:cNvSpPr>
            <a:spLocks noGrp="1"/>
          </p:cNvSpPr>
          <p:nvPr>
            <p:ph type="dt" sz="half" idx="10"/>
          </p:nvPr>
        </p:nvSpPr>
        <p:spPr/>
        <p:txBody>
          <a:bodyPr/>
          <a:lstStyle/>
          <a:p>
            <a:fld id="{C7237109-193B-43E4-B2D8-64138A43030D}" type="datetimeFigureOut">
              <a:rPr lang="en-US" smtClean="0"/>
              <a:t>6/16/2026</a:t>
            </a:fld>
            <a:endParaRPr lang="en-US"/>
          </a:p>
        </p:txBody>
      </p:sp>
      <p:sp>
        <p:nvSpPr>
          <p:cNvPr id="5" name="Footer Placeholder 4">
            <a:extLst>
              <a:ext uri="{FF2B5EF4-FFF2-40B4-BE49-F238E27FC236}">
                <a16:creationId xmlns:a16="http://schemas.microsoft.com/office/drawing/2014/main" id="{46F127F3-07E0-800C-09AC-14E8380A1C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401B0-A9B5-F4B0-A51A-C1B71BE2681B}"/>
              </a:ext>
            </a:extLst>
          </p:cNvPr>
          <p:cNvSpPr>
            <a:spLocks noGrp="1"/>
          </p:cNvSpPr>
          <p:nvPr>
            <p:ph type="sldNum" sz="quarter" idx="12"/>
          </p:nvPr>
        </p:nvSpPr>
        <p:spPr/>
        <p:txBody>
          <a:bodyPr/>
          <a:lstStyle/>
          <a:p>
            <a:fld id="{BD00A48D-0346-46D4-B215-32E74A391006}" type="slidenum">
              <a:rPr lang="en-US" smtClean="0"/>
              <a:t>‹#›</a:t>
            </a:fld>
            <a:endParaRPr lang="en-US"/>
          </a:p>
        </p:txBody>
      </p:sp>
    </p:spTree>
    <p:extLst>
      <p:ext uri="{BB962C8B-B14F-4D97-AF65-F5344CB8AC3E}">
        <p14:creationId xmlns:p14="http://schemas.microsoft.com/office/powerpoint/2010/main" val="1075530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4E89E-A30D-BD48-3C13-B52AFF8D41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FE9687-D124-7C32-93B7-E4E45FB95C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8A2209-3993-DD0F-5ABB-3D4B7BB855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E730F6-CA3C-7FF1-030E-F0B1334E5358}"/>
              </a:ext>
            </a:extLst>
          </p:cNvPr>
          <p:cNvSpPr>
            <a:spLocks noGrp="1"/>
          </p:cNvSpPr>
          <p:nvPr>
            <p:ph type="dt" sz="half" idx="10"/>
          </p:nvPr>
        </p:nvSpPr>
        <p:spPr/>
        <p:txBody>
          <a:bodyPr/>
          <a:lstStyle/>
          <a:p>
            <a:fld id="{C7237109-193B-43E4-B2D8-64138A43030D}" type="datetimeFigureOut">
              <a:rPr lang="en-US" smtClean="0"/>
              <a:t>6/16/2026</a:t>
            </a:fld>
            <a:endParaRPr lang="en-US"/>
          </a:p>
        </p:txBody>
      </p:sp>
      <p:sp>
        <p:nvSpPr>
          <p:cNvPr id="6" name="Footer Placeholder 5">
            <a:extLst>
              <a:ext uri="{FF2B5EF4-FFF2-40B4-BE49-F238E27FC236}">
                <a16:creationId xmlns:a16="http://schemas.microsoft.com/office/drawing/2014/main" id="{89A37F42-1892-A997-7985-5B9513BFBF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336457-EB7D-3130-0C67-86AB7BB1356C}"/>
              </a:ext>
            </a:extLst>
          </p:cNvPr>
          <p:cNvSpPr>
            <a:spLocks noGrp="1"/>
          </p:cNvSpPr>
          <p:nvPr>
            <p:ph type="sldNum" sz="quarter" idx="12"/>
          </p:nvPr>
        </p:nvSpPr>
        <p:spPr/>
        <p:txBody>
          <a:bodyPr/>
          <a:lstStyle/>
          <a:p>
            <a:fld id="{BD00A48D-0346-46D4-B215-32E74A391006}" type="slidenum">
              <a:rPr lang="en-US" smtClean="0"/>
              <a:t>‹#›</a:t>
            </a:fld>
            <a:endParaRPr lang="en-US"/>
          </a:p>
        </p:txBody>
      </p:sp>
    </p:spTree>
    <p:extLst>
      <p:ext uri="{BB962C8B-B14F-4D97-AF65-F5344CB8AC3E}">
        <p14:creationId xmlns:p14="http://schemas.microsoft.com/office/powerpoint/2010/main" val="789149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D8B9C-F856-1A90-800C-04D2A2874F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C06C03-9026-6340-6E6F-7F80959F40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E17AA5-5FAE-8490-C4F1-E1A71FE453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B0D0E1-E8B8-D1B1-E1D6-7186E06E8B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853AC3-BBDA-4C37-6413-6EF3D3B12C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1E2798-65C3-E975-DBFA-7BCD3816D65C}"/>
              </a:ext>
            </a:extLst>
          </p:cNvPr>
          <p:cNvSpPr>
            <a:spLocks noGrp="1"/>
          </p:cNvSpPr>
          <p:nvPr>
            <p:ph type="dt" sz="half" idx="10"/>
          </p:nvPr>
        </p:nvSpPr>
        <p:spPr/>
        <p:txBody>
          <a:bodyPr/>
          <a:lstStyle/>
          <a:p>
            <a:fld id="{C7237109-193B-43E4-B2D8-64138A43030D}" type="datetimeFigureOut">
              <a:rPr lang="en-US" smtClean="0"/>
              <a:t>6/16/2026</a:t>
            </a:fld>
            <a:endParaRPr lang="en-US"/>
          </a:p>
        </p:txBody>
      </p:sp>
      <p:sp>
        <p:nvSpPr>
          <p:cNvPr id="8" name="Footer Placeholder 7">
            <a:extLst>
              <a:ext uri="{FF2B5EF4-FFF2-40B4-BE49-F238E27FC236}">
                <a16:creationId xmlns:a16="http://schemas.microsoft.com/office/drawing/2014/main" id="{827D5740-42AD-B268-EAEB-9381B3B953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76C340-425F-5FC4-7AB0-CAE8952D34DA}"/>
              </a:ext>
            </a:extLst>
          </p:cNvPr>
          <p:cNvSpPr>
            <a:spLocks noGrp="1"/>
          </p:cNvSpPr>
          <p:nvPr>
            <p:ph type="sldNum" sz="quarter" idx="12"/>
          </p:nvPr>
        </p:nvSpPr>
        <p:spPr/>
        <p:txBody>
          <a:bodyPr/>
          <a:lstStyle/>
          <a:p>
            <a:fld id="{BD00A48D-0346-46D4-B215-32E74A391006}" type="slidenum">
              <a:rPr lang="en-US" smtClean="0"/>
              <a:t>‹#›</a:t>
            </a:fld>
            <a:endParaRPr lang="en-US"/>
          </a:p>
        </p:txBody>
      </p:sp>
    </p:spTree>
    <p:extLst>
      <p:ext uri="{BB962C8B-B14F-4D97-AF65-F5344CB8AC3E}">
        <p14:creationId xmlns:p14="http://schemas.microsoft.com/office/powerpoint/2010/main" val="787187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BDB2-C6DD-D07E-E723-F93132F09F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A0FDEC-91AF-6884-935F-36FA5D6CD585}"/>
              </a:ext>
            </a:extLst>
          </p:cNvPr>
          <p:cNvSpPr>
            <a:spLocks noGrp="1"/>
          </p:cNvSpPr>
          <p:nvPr>
            <p:ph type="dt" sz="half" idx="10"/>
          </p:nvPr>
        </p:nvSpPr>
        <p:spPr/>
        <p:txBody>
          <a:bodyPr/>
          <a:lstStyle/>
          <a:p>
            <a:fld id="{C7237109-193B-43E4-B2D8-64138A43030D}" type="datetimeFigureOut">
              <a:rPr lang="en-US" smtClean="0"/>
              <a:t>6/16/2026</a:t>
            </a:fld>
            <a:endParaRPr lang="en-US"/>
          </a:p>
        </p:txBody>
      </p:sp>
      <p:sp>
        <p:nvSpPr>
          <p:cNvPr id="4" name="Footer Placeholder 3">
            <a:extLst>
              <a:ext uri="{FF2B5EF4-FFF2-40B4-BE49-F238E27FC236}">
                <a16:creationId xmlns:a16="http://schemas.microsoft.com/office/drawing/2014/main" id="{D441D543-5371-E7DB-53A3-D117224801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C57E09-D9CD-0106-F1C1-D080C91564D3}"/>
              </a:ext>
            </a:extLst>
          </p:cNvPr>
          <p:cNvSpPr>
            <a:spLocks noGrp="1"/>
          </p:cNvSpPr>
          <p:nvPr>
            <p:ph type="sldNum" sz="quarter" idx="12"/>
          </p:nvPr>
        </p:nvSpPr>
        <p:spPr/>
        <p:txBody>
          <a:bodyPr/>
          <a:lstStyle/>
          <a:p>
            <a:fld id="{BD00A48D-0346-46D4-B215-32E74A391006}" type="slidenum">
              <a:rPr lang="en-US" smtClean="0"/>
              <a:t>‹#›</a:t>
            </a:fld>
            <a:endParaRPr lang="en-US"/>
          </a:p>
        </p:txBody>
      </p:sp>
    </p:spTree>
    <p:extLst>
      <p:ext uri="{BB962C8B-B14F-4D97-AF65-F5344CB8AC3E}">
        <p14:creationId xmlns:p14="http://schemas.microsoft.com/office/powerpoint/2010/main" val="776439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1EF6C-29BD-AABF-3081-B9B7ECEF98AC}"/>
              </a:ext>
            </a:extLst>
          </p:cNvPr>
          <p:cNvSpPr>
            <a:spLocks noGrp="1"/>
          </p:cNvSpPr>
          <p:nvPr>
            <p:ph type="dt" sz="half" idx="10"/>
          </p:nvPr>
        </p:nvSpPr>
        <p:spPr/>
        <p:txBody>
          <a:bodyPr/>
          <a:lstStyle/>
          <a:p>
            <a:fld id="{C7237109-193B-43E4-B2D8-64138A43030D}" type="datetimeFigureOut">
              <a:rPr lang="en-US" smtClean="0"/>
              <a:t>6/16/2026</a:t>
            </a:fld>
            <a:endParaRPr lang="en-US"/>
          </a:p>
        </p:txBody>
      </p:sp>
      <p:sp>
        <p:nvSpPr>
          <p:cNvPr id="3" name="Footer Placeholder 2">
            <a:extLst>
              <a:ext uri="{FF2B5EF4-FFF2-40B4-BE49-F238E27FC236}">
                <a16:creationId xmlns:a16="http://schemas.microsoft.com/office/drawing/2014/main" id="{C6B65ECB-D360-B641-8381-4555E3729E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DF9DB1-B0FF-CBC3-028D-A5115E152DBC}"/>
              </a:ext>
            </a:extLst>
          </p:cNvPr>
          <p:cNvSpPr>
            <a:spLocks noGrp="1"/>
          </p:cNvSpPr>
          <p:nvPr>
            <p:ph type="sldNum" sz="quarter" idx="12"/>
          </p:nvPr>
        </p:nvSpPr>
        <p:spPr/>
        <p:txBody>
          <a:bodyPr/>
          <a:lstStyle/>
          <a:p>
            <a:fld id="{BD00A48D-0346-46D4-B215-32E74A391006}" type="slidenum">
              <a:rPr lang="en-US" smtClean="0"/>
              <a:t>‹#›</a:t>
            </a:fld>
            <a:endParaRPr lang="en-US"/>
          </a:p>
        </p:txBody>
      </p:sp>
    </p:spTree>
    <p:extLst>
      <p:ext uri="{BB962C8B-B14F-4D97-AF65-F5344CB8AC3E}">
        <p14:creationId xmlns:p14="http://schemas.microsoft.com/office/powerpoint/2010/main" val="886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4551-9AD0-0F1E-29EC-D9EB2DEF0B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E46757-2504-5039-605C-FD18FD1E63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FCC598-891E-51B7-7F95-48027AB96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244899-CA93-0177-3F8E-4948EC382A5F}"/>
              </a:ext>
            </a:extLst>
          </p:cNvPr>
          <p:cNvSpPr>
            <a:spLocks noGrp="1"/>
          </p:cNvSpPr>
          <p:nvPr>
            <p:ph type="dt" sz="half" idx="10"/>
          </p:nvPr>
        </p:nvSpPr>
        <p:spPr/>
        <p:txBody>
          <a:bodyPr/>
          <a:lstStyle/>
          <a:p>
            <a:fld id="{C7237109-193B-43E4-B2D8-64138A43030D}" type="datetimeFigureOut">
              <a:rPr lang="en-US" smtClean="0"/>
              <a:t>6/16/2026</a:t>
            </a:fld>
            <a:endParaRPr lang="en-US"/>
          </a:p>
        </p:txBody>
      </p:sp>
      <p:sp>
        <p:nvSpPr>
          <p:cNvPr id="6" name="Footer Placeholder 5">
            <a:extLst>
              <a:ext uri="{FF2B5EF4-FFF2-40B4-BE49-F238E27FC236}">
                <a16:creationId xmlns:a16="http://schemas.microsoft.com/office/drawing/2014/main" id="{304024F6-A7B7-6F5E-77F4-0B0E3E180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DA9356-903F-84D7-12EE-E747BCDB4442}"/>
              </a:ext>
            </a:extLst>
          </p:cNvPr>
          <p:cNvSpPr>
            <a:spLocks noGrp="1"/>
          </p:cNvSpPr>
          <p:nvPr>
            <p:ph type="sldNum" sz="quarter" idx="12"/>
          </p:nvPr>
        </p:nvSpPr>
        <p:spPr/>
        <p:txBody>
          <a:bodyPr/>
          <a:lstStyle/>
          <a:p>
            <a:fld id="{BD00A48D-0346-46D4-B215-32E74A391006}" type="slidenum">
              <a:rPr lang="en-US" smtClean="0"/>
              <a:t>‹#›</a:t>
            </a:fld>
            <a:endParaRPr lang="en-US"/>
          </a:p>
        </p:txBody>
      </p:sp>
    </p:spTree>
    <p:extLst>
      <p:ext uri="{BB962C8B-B14F-4D97-AF65-F5344CB8AC3E}">
        <p14:creationId xmlns:p14="http://schemas.microsoft.com/office/powerpoint/2010/main" val="1432319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0148A-5FDA-A78E-63D9-519DC43EDE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8A3EDF6-3D04-F0A0-D9D9-919BB9ED12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BA1335-7927-5065-5615-D56460E06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81592D-FE54-7BBC-57C3-7A808C28B21B}"/>
              </a:ext>
            </a:extLst>
          </p:cNvPr>
          <p:cNvSpPr>
            <a:spLocks noGrp="1"/>
          </p:cNvSpPr>
          <p:nvPr>
            <p:ph type="dt" sz="half" idx="10"/>
          </p:nvPr>
        </p:nvSpPr>
        <p:spPr/>
        <p:txBody>
          <a:bodyPr/>
          <a:lstStyle/>
          <a:p>
            <a:fld id="{C7237109-193B-43E4-B2D8-64138A43030D}" type="datetimeFigureOut">
              <a:rPr lang="en-US" smtClean="0"/>
              <a:t>6/16/2026</a:t>
            </a:fld>
            <a:endParaRPr lang="en-US"/>
          </a:p>
        </p:txBody>
      </p:sp>
      <p:sp>
        <p:nvSpPr>
          <p:cNvPr id="6" name="Footer Placeholder 5">
            <a:extLst>
              <a:ext uri="{FF2B5EF4-FFF2-40B4-BE49-F238E27FC236}">
                <a16:creationId xmlns:a16="http://schemas.microsoft.com/office/drawing/2014/main" id="{D95F6D6C-8F34-1EE1-1D84-BDEABC13EE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3F5CDB-701D-27A3-4703-B2B78E0E5FC5}"/>
              </a:ext>
            </a:extLst>
          </p:cNvPr>
          <p:cNvSpPr>
            <a:spLocks noGrp="1"/>
          </p:cNvSpPr>
          <p:nvPr>
            <p:ph type="sldNum" sz="quarter" idx="12"/>
          </p:nvPr>
        </p:nvSpPr>
        <p:spPr/>
        <p:txBody>
          <a:bodyPr/>
          <a:lstStyle/>
          <a:p>
            <a:fld id="{BD00A48D-0346-46D4-B215-32E74A391006}" type="slidenum">
              <a:rPr lang="en-US" smtClean="0"/>
              <a:t>‹#›</a:t>
            </a:fld>
            <a:endParaRPr lang="en-US"/>
          </a:p>
        </p:txBody>
      </p:sp>
    </p:spTree>
    <p:extLst>
      <p:ext uri="{BB962C8B-B14F-4D97-AF65-F5344CB8AC3E}">
        <p14:creationId xmlns:p14="http://schemas.microsoft.com/office/powerpoint/2010/main" val="347519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DEA10-C9EE-0AAF-BD35-76ED0D5A47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B7F1C8-3C6E-F855-AE72-5E7CF10068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562777-B27B-9C26-B5D4-DDAAD26D1B44}"/>
              </a:ext>
            </a:extLst>
          </p:cNvPr>
          <p:cNvSpPr>
            <a:spLocks noGrp="1"/>
          </p:cNvSpPr>
          <p:nvPr>
            <p:ph type="dt" sz="half" idx="10"/>
          </p:nvPr>
        </p:nvSpPr>
        <p:spPr/>
        <p:txBody>
          <a:bodyPr/>
          <a:lstStyle/>
          <a:p>
            <a:fld id="{C7237109-193B-43E4-B2D8-64138A43030D}" type="datetimeFigureOut">
              <a:rPr lang="en-US" smtClean="0"/>
              <a:t>6/16/2026</a:t>
            </a:fld>
            <a:endParaRPr lang="en-US"/>
          </a:p>
        </p:txBody>
      </p:sp>
      <p:sp>
        <p:nvSpPr>
          <p:cNvPr id="5" name="Footer Placeholder 4">
            <a:extLst>
              <a:ext uri="{FF2B5EF4-FFF2-40B4-BE49-F238E27FC236}">
                <a16:creationId xmlns:a16="http://schemas.microsoft.com/office/drawing/2014/main" id="{8A7F030B-1169-90A3-D9C8-BA9A30A300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184C70-327D-CE6C-C567-D82E05154B6A}"/>
              </a:ext>
            </a:extLst>
          </p:cNvPr>
          <p:cNvSpPr>
            <a:spLocks noGrp="1"/>
          </p:cNvSpPr>
          <p:nvPr>
            <p:ph type="sldNum" sz="quarter" idx="12"/>
          </p:nvPr>
        </p:nvSpPr>
        <p:spPr/>
        <p:txBody>
          <a:bodyPr/>
          <a:lstStyle/>
          <a:p>
            <a:fld id="{BD00A48D-0346-46D4-B215-32E74A391006}" type="slidenum">
              <a:rPr lang="en-US" smtClean="0"/>
              <a:t>‹#›</a:t>
            </a:fld>
            <a:endParaRPr lang="en-US"/>
          </a:p>
        </p:txBody>
      </p:sp>
    </p:spTree>
    <p:extLst>
      <p:ext uri="{BB962C8B-B14F-4D97-AF65-F5344CB8AC3E}">
        <p14:creationId xmlns:p14="http://schemas.microsoft.com/office/powerpoint/2010/main" val="2559381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4314A0-1943-E856-A935-887EC324A2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1E48BD-7FCB-0E90-C705-BF6E6A1285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9F16B0-1597-31AA-DFEB-679C285E0477}"/>
              </a:ext>
            </a:extLst>
          </p:cNvPr>
          <p:cNvSpPr>
            <a:spLocks noGrp="1"/>
          </p:cNvSpPr>
          <p:nvPr>
            <p:ph type="dt" sz="half" idx="10"/>
          </p:nvPr>
        </p:nvSpPr>
        <p:spPr/>
        <p:txBody>
          <a:bodyPr/>
          <a:lstStyle/>
          <a:p>
            <a:fld id="{C7237109-193B-43E4-B2D8-64138A43030D}" type="datetimeFigureOut">
              <a:rPr lang="en-US" smtClean="0"/>
              <a:t>6/16/2026</a:t>
            </a:fld>
            <a:endParaRPr lang="en-US"/>
          </a:p>
        </p:txBody>
      </p:sp>
      <p:sp>
        <p:nvSpPr>
          <p:cNvPr id="5" name="Footer Placeholder 4">
            <a:extLst>
              <a:ext uri="{FF2B5EF4-FFF2-40B4-BE49-F238E27FC236}">
                <a16:creationId xmlns:a16="http://schemas.microsoft.com/office/drawing/2014/main" id="{FEA0ECA4-A136-9549-C2A2-1A971D672B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3BE6EF-7F57-B0A0-4D34-3DAAC9C24215}"/>
              </a:ext>
            </a:extLst>
          </p:cNvPr>
          <p:cNvSpPr>
            <a:spLocks noGrp="1"/>
          </p:cNvSpPr>
          <p:nvPr>
            <p:ph type="sldNum" sz="quarter" idx="12"/>
          </p:nvPr>
        </p:nvSpPr>
        <p:spPr/>
        <p:txBody>
          <a:bodyPr/>
          <a:lstStyle/>
          <a:p>
            <a:fld id="{BD00A48D-0346-46D4-B215-32E74A391006}" type="slidenum">
              <a:rPr lang="en-US" smtClean="0"/>
              <a:t>‹#›</a:t>
            </a:fld>
            <a:endParaRPr lang="en-US"/>
          </a:p>
        </p:txBody>
      </p:sp>
    </p:spTree>
    <p:extLst>
      <p:ext uri="{BB962C8B-B14F-4D97-AF65-F5344CB8AC3E}">
        <p14:creationId xmlns:p14="http://schemas.microsoft.com/office/powerpoint/2010/main" val="2063226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89B3EE-7C97-3ADE-5BE1-6B33458986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AD9A5A-DA64-E7AC-6371-AFD8E9B909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7CF74B-80C7-F7C4-64A3-00FD5E666C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237109-193B-43E4-B2D8-64138A43030D}" type="datetimeFigureOut">
              <a:rPr lang="en-US" smtClean="0"/>
              <a:t>6/16/2026</a:t>
            </a:fld>
            <a:endParaRPr lang="en-US"/>
          </a:p>
        </p:txBody>
      </p:sp>
      <p:sp>
        <p:nvSpPr>
          <p:cNvPr id="5" name="Footer Placeholder 4">
            <a:extLst>
              <a:ext uri="{FF2B5EF4-FFF2-40B4-BE49-F238E27FC236}">
                <a16:creationId xmlns:a16="http://schemas.microsoft.com/office/drawing/2014/main" id="{4F2B8FE7-90C2-58FE-D7DB-5D0CEE2C36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B16EB1A-BF9C-A2AD-28A2-03758E56D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00A48D-0346-46D4-B215-32E74A391006}" type="slidenum">
              <a:rPr lang="en-US" smtClean="0"/>
              <a:t>‹#›</a:t>
            </a:fld>
            <a:endParaRPr lang="en-US"/>
          </a:p>
        </p:txBody>
      </p:sp>
    </p:spTree>
    <p:extLst>
      <p:ext uri="{BB962C8B-B14F-4D97-AF65-F5344CB8AC3E}">
        <p14:creationId xmlns:p14="http://schemas.microsoft.com/office/powerpoint/2010/main" val="2726754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2.xml"/><Relationship Id="rId12"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4.png"/><Relationship Id="rId4" Type="http://schemas.openxmlformats.org/officeDocument/2006/relationships/hyperlink" Target="https://creately.com/guides/er-diagram-symbols/" TargetMode="External"/><Relationship Id="rId9" Type="http://schemas.openxmlformats.org/officeDocument/2006/relationships/customXml" Target="../ink/ink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B82163-0A3B-4A0A-D78F-D022F44B9BAB}"/>
              </a:ext>
            </a:extLst>
          </p:cNvPr>
          <p:cNvSpPr>
            <a:spLocks noGrp="1"/>
          </p:cNvSpPr>
          <p:nvPr>
            <p:ph type="ctrTitle"/>
          </p:nvPr>
        </p:nvSpPr>
        <p:spPr>
          <a:xfrm>
            <a:off x="1386865" y="818984"/>
            <a:ext cx="6596245" cy="3268520"/>
          </a:xfrm>
        </p:spPr>
        <p:txBody>
          <a:bodyPr>
            <a:normAutofit/>
          </a:bodyPr>
          <a:lstStyle/>
          <a:p>
            <a:pPr algn="r"/>
            <a:r>
              <a:rPr lang="en-US" sz="4800">
                <a:solidFill>
                  <a:srgbClr val="FFFFFF"/>
                </a:solidFill>
              </a:rPr>
              <a:t>E-COMMERCE DATABASE</a:t>
            </a:r>
            <a:br>
              <a:rPr lang="en-US" sz="4800">
                <a:solidFill>
                  <a:srgbClr val="FFFFFF"/>
                </a:solidFill>
              </a:rPr>
            </a:br>
            <a:r>
              <a:rPr lang="en-US" sz="4800">
                <a:solidFill>
                  <a:srgbClr val="FFFFFF"/>
                </a:solidFill>
              </a:rPr>
              <a:t>PRESENTATION</a:t>
            </a:r>
            <a:br>
              <a:rPr lang="en-US" sz="4800">
                <a:solidFill>
                  <a:srgbClr val="FFFFFF"/>
                </a:solidFill>
              </a:rPr>
            </a:br>
            <a:endParaRPr lang="en-US" sz="4800">
              <a:solidFill>
                <a:srgbClr val="FFFFFF"/>
              </a:solidFill>
            </a:endParaRP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7AA81AC7-B081-54C8-A70A-0C25B57C3F20}"/>
              </a:ext>
            </a:extLst>
          </p:cNvPr>
          <p:cNvSpPr>
            <a:spLocks noGrp="1"/>
          </p:cNvSpPr>
          <p:nvPr>
            <p:ph type="subTitle" idx="1"/>
          </p:nvPr>
        </p:nvSpPr>
        <p:spPr>
          <a:xfrm>
            <a:off x="1931874" y="4797188"/>
            <a:ext cx="6051236" cy="1241828"/>
          </a:xfrm>
        </p:spPr>
        <p:txBody>
          <a:bodyPr>
            <a:normAutofit/>
          </a:bodyPr>
          <a:lstStyle/>
          <a:p>
            <a:pPr algn="r"/>
            <a:r>
              <a:rPr lang="en-US">
                <a:solidFill>
                  <a:srgbClr val="FFFFFF"/>
                </a:solidFill>
              </a:rPr>
              <a:t>Abdirahman Ali</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8671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Rectangle 4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8D5F7B-EC95-C80D-17B0-A70A6008C054}"/>
              </a:ext>
            </a:extLst>
          </p:cNvPr>
          <p:cNvSpPr>
            <a:spLocks noGrp="1"/>
          </p:cNvSpPr>
          <p:nvPr>
            <p:ph type="title"/>
          </p:nvPr>
        </p:nvSpPr>
        <p:spPr>
          <a:xfrm>
            <a:off x="466722" y="586855"/>
            <a:ext cx="3201366" cy="3387497"/>
          </a:xfrm>
        </p:spPr>
        <p:txBody>
          <a:bodyPr anchor="b">
            <a:normAutofit/>
          </a:bodyPr>
          <a:lstStyle/>
          <a:p>
            <a:pPr algn="r"/>
            <a:r>
              <a:rPr lang="en-US" sz="3400">
                <a:solidFill>
                  <a:srgbClr val="FFFFFF"/>
                </a:solidFill>
              </a:rPr>
              <a:t>INTRODUCTION</a:t>
            </a:r>
          </a:p>
        </p:txBody>
      </p:sp>
      <p:sp>
        <p:nvSpPr>
          <p:cNvPr id="3" name="Content Placeholder 2">
            <a:extLst>
              <a:ext uri="{FF2B5EF4-FFF2-40B4-BE49-F238E27FC236}">
                <a16:creationId xmlns:a16="http://schemas.microsoft.com/office/drawing/2014/main" id="{88864F75-B541-423E-C004-DA5B5D7DDB37}"/>
              </a:ext>
            </a:extLst>
          </p:cNvPr>
          <p:cNvSpPr>
            <a:spLocks noGrp="1"/>
          </p:cNvSpPr>
          <p:nvPr>
            <p:ph idx="1"/>
          </p:nvPr>
        </p:nvSpPr>
        <p:spPr>
          <a:xfrm>
            <a:off x="4810259" y="649480"/>
            <a:ext cx="6555347" cy="5546047"/>
          </a:xfrm>
        </p:spPr>
        <p:txBody>
          <a:bodyPr anchor="ctr">
            <a:normAutofit/>
          </a:bodyPr>
          <a:lstStyle/>
          <a:p>
            <a:r>
              <a:rPr lang="en-US" sz="2000"/>
              <a:t>Today, I’ll explain how my e-commerce database was designed, built, and visualized in Tableau. This presentation will cover the following:</a:t>
            </a:r>
          </a:p>
          <a:p>
            <a:pPr lvl="1"/>
            <a:r>
              <a:rPr lang="en-US" sz="2000"/>
              <a:t>Database ERD (Entity-Relationship Diagram) &amp; Relationships</a:t>
            </a:r>
          </a:p>
          <a:p>
            <a:pPr lvl="1"/>
            <a:r>
              <a:rPr lang="en-US" sz="2000"/>
              <a:t>SQL Database Implementation</a:t>
            </a:r>
          </a:p>
          <a:p>
            <a:pPr lvl="1"/>
            <a:r>
              <a:rPr lang="en-US" sz="2000"/>
              <a:t>Queries used to pull from the database using sample data (AI generated for demonstrative purposes).</a:t>
            </a:r>
          </a:p>
          <a:p>
            <a:pPr lvl="1"/>
            <a:r>
              <a:rPr lang="en-US" sz="2000"/>
              <a:t>Tableau visualizations &amp; dashboard results</a:t>
            </a:r>
          </a:p>
          <a:p>
            <a:pPr lvl="1"/>
            <a:r>
              <a:rPr lang="en-US" sz="2000"/>
              <a:t>Conclusion</a:t>
            </a:r>
            <a:endParaRPr lang="en-US" sz="2000" dirty="0"/>
          </a:p>
        </p:txBody>
      </p:sp>
    </p:spTree>
    <p:extLst>
      <p:ext uri="{BB962C8B-B14F-4D97-AF65-F5344CB8AC3E}">
        <p14:creationId xmlns:p14="http://schemas.microsoft.com/office/powerpoint/2010/main" val="3768764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3F45C5C-BD1F-41DA-0599-95635BD4F44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Database ERD (Entity-Relationship Diagram) Terminology</a:t>
            </a:r>
          </a:p>
        </p:txBody>
      </p:sp>
      <p:pic>
        <p:nvPicPr>
          <p:cNvPr id="4" name="Content Placeholder 3" descr="Diagram illustrating various types of relationship cardinalities used in database modeling, showing one-to-one, one-to-many (mandatory), many, one and only one (mandatory), one or more (mandatory), zero or one (optional), and zero or many (optional) relationships. Each relationship type is represented by labeled lines with specific endpoint symbols, such as single lines, crow's feet, and circles, indicating mandatory or optional participation and quantity constraints. Source: https://creately.com/guides/er-diagram-symbols/">
            <a:extLst>
              <a:ext uri="{FF2B5EF4-FFF2-40B4-BE49-F238E27FC236}">
                <a16:creationId xmlns:a16="http://schemas.microsoft.com/office/drawing/2014/main" id="{6FD2A09D-51A9-CF91-912F-3FEDF1B287C7}"/>
              </a:ext>
              <a:ext uri="{C183D7F6-B498-43B3-948B-1728B52AA6E4}">
                <adec:decorative xmlns:adec="http://schemas.microsoft.com/office/drawing/2017/decorative" val="0"/>
              </a:ext>
            </a:extLst>
          </p:cNvPr>
          <p:cNvPicPr>
            <a:picLocks noGrp="1" noChangeAspect="1"/>
          </p:cNvPicPr>
          <p:nvPr>
            <p:ph idx="1"/>
          </p:nvPr>
        </p:nvPicPr>
        <p:blipFill>
          <a:blip r:embed="rId3"/>
          <a:stretch>
            <a:fillRect/>
          </a:stretch>
        </p:blipFill>
        <p:spPr>
          <a:xfrm>
            <a:off x="4502428" y="1432887"/>
            <a:ext cx="7225748" cy="3992225"/>
          </a:xfrm>
          <a:prstGeom prst="rect">
            <a:avLst/>
          </a:prstGeom>
        </p:spPr>
      </p:pic>
      <p:sp>
        <p:nvSpPr>
          <p:cNvPr id="5" name="TextBox 4">
            <a:extLst>
              <a:ext uri="{FF2B5EF4-FFF2-40B4-BE49-F238E27FC236}">
                <a16:creationId xmlns:a16="http://schemas.microsoft.com/office/drawing/2014/main" id="{7C3C30DF-2326-686C-611E-840315740877}"/>
              </a:ext>
            </a:extLst>
          </p:cNvPr>
          <p:cNvSpPr txBox="1"/>
          <p:nvPr/>
        </p:nvSpPr>
        <p:spPr>
          <a:xfrm>
            <a:off x="4603805" y="6012578"/>
            <a:ext cx="5875455" cy="369332"/>
          </a:xfrm>
          <a:prstGeom prst="rect">
            <a:avLst/>
          </a:prstGeom>
          <a:noFill/>
        </p:spPr>
        <p:txBody>
          <a:bodyPr wrap="none" rtlCol="0">
            <a:spAutoFit/>
          </a:bodyPr>
          <a:lstStyle/>
          <a:p>
            <a:r>
              <a:rPr lang="en-US" dirty="0"/>
              <a:t>Source: </a:t>
            </a:r>
            <a:r>
              <a:rPr lang="en-US" dirty="0">
                <a:hlinkClick r:id="rId4"/>
              </a:rPr>
              <a:t>https://creately.com/guides/er-diagram-symbols/</a:t>
            </a:r>
            <a:r>
              <a:rPr lang="en-US" dirty="0"/>
              <a:t> </a:t>
            </a:r>
          </a:p>
        </p:txBody>
      </p:sp>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FEC67F89-E3C7-2C0A-01B5-89D69CEDF941}"/>
                  </a:ext>
                </a:extLst>
              </p14:cNvPr>
              <p14:cNvContentPartPr/>
              <p14:nvPr/>
            </p14:nvContentPartPr>
            <p14:xfrm>
              <a:off x="5255734" y="4008819"/>
              <a:ext cx="1659960" cy="360"/>
            </p14:xfrm>
          </p:contentPart>
        </mc:Choice>
        <mc:Fallback xmlns="">
          <p:pic>
            <p:nvPicPr>
              <p:cNvPr id="8" name="Ink 7">
                <a:extLst>
                  <a:ext uri="{FF2B5EF4-FFF2-40B4-BE49-F238E27FC236}">
                    <a16:creationId xmlns:a16="http://schemas.microsoft.com/office/drawing/2014/main" id="{FEC67F89-E3C7-2C0A-01B5-89D69CEDF941}"/>
                  </a:ext>
                </a:extLst>
              </p:cNvPr>
              <p:cNvPicPr/>
              <p:nvPr/>
            </p:nvPicPr>
            <p:blipFill>
              <a:blip r:embed="rId6"/>
              <a:stretch>
                <a:fillRect/>
              </a:stretch>
            </p:blipFill>
            <p:spPr>
              <a:xfrm>
                <a:off x="5249614" y="4002699"/>
                <a:ext cx="16722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5D3E3ED7-9CF2-E64B-9CBE-8EC559A8F2EA}"/>
                  </a:ext>
                </a:extLst>
              </p14:cNvPr>
              <p14:cNvContentPartPr/>
              <p14:nvPr/>
            </p14:nvContentPartPr>
            <p14:xfrm>
              <a:off x="6909574" y="3786339"/>
              <a:ext cx="2305800" cy="360"/>
            </p14:xfrm>
          </p:contentPart>
        </mc:Choice>
        <mc:Fallback xmlns="">
          <p:pic>
            <p:nvPicPr>
              <p:cNvPr id="10" name="Ink 9">
                <a:extLst>
                  <a:ext uri="{FF2B5EF4-FFF2-40B4-BE49-F238E27FC236}">
                    <a16:creationId xmlns:a16="http://schemas.microsoft.com/office/drawing/2014/main" id="{5D3E3ED7-9CF2-E64B-9CBE-8EC559A8F2EA}"/>
                  </a:ext>
                </a:extLst>
              </p:cNvPr>
              <p:cNvPicPr/>
              <p:nvPr/>
            </p:nvPicPr>
            <p:blipFill>
              <a:blip r:embed="rId8"/>
              <a:stretch>
                <a:fillRect/>
              </a:stretch>
            </p:blipFill>
            <p:spPr>
              <a:xfrm>
                <a:off x="6903454" y="3780219"/>
                <a:ext cx="23180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22458444-6B93-5B8B-9F25-62B36C76F9F5}"/>
                  </a:ext>
                </a:extLst>
              </p14:cNvPr>
              <p14:cNvContentPartPr/>
              <p14:nvPr/>
            </p14:nvContentPartPr>
            <p14:xfrm>
              <a:off x="10066054" y="2689059"/>
              <a:ext cx="683640" cy="360"/>
            </p14:xfrm>
          </p:contentPart>
        </mc:Choice>
        <mc:Fallback xmlns="">
          <p:pic>
            <p:nvPicPr>
              <p:cNvPr id="12" name="Ink 11">
                <a:extLst>
                  <a:ext uri="{FF2B5EF4-FFF2-40B4-BE49-F238E27FC236}">
                    <a16:creationId xmlns:a16="http://schemas.microsoft.com/office/drawing/2014/main" id="{22458444-6B93-5B8B-9F25-62B36C76F9F5}"/>
                  </a:ext>
                </a:extLst>
              </p:cNvPr>
              <p:cNvPicPr/>
              <p:nvPr/>
            </p:nvPicPr>
            <p:blipFill>
              <a:blip r:embed="rId10"/>
              <a:stretch>
                <a:fillRect/>
              </a:stretch>
            </p:blipFill>
            <p:spPr>
              <a:xfrm>
                <a:off x="10059934" y="2682939"/>
                <a:ext cx="6958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0D7A59E1-0F07-C129-C568-CCE4E2589F61}"/>
                  </a:ext>
                </a:extLst>
              </p14:cNvPr>
              <p14:cNvContentPartPr/>
              <p14:nvPr/>
            </p14:nvContentPartPr>
            <p14:xfrm>
              <a:off x="6933334" y="2712819"/>
              <a:ext cx="2218320" cy="360"/>
            </p14:xfrm>
          </p:contentPart>
        </mc:Choice>
        <mc:Fallback xmlns="">
          <p:pic>
            <p:nvPicPr>
              <p:cNvPr id="14" name="Ink 13">
                <a:extLst>
                  <a:ext uri="{FF2B5EF4-FFF2-40B4-BE49-F238E27FC236}">
                    <a16:creationId xmlns:a16="http://schemas.microsoft.com/office/drawing/2014/main" id="{0D7A59E1-0F07-C129-C568-CCE4E2589F61}"/>
                  </a:ext>
                </a:extLst>
              </p:cNvPr>
              <p:cNvPicPr/>
              <p:nvPr/>
            </p:nvPicPr>
            <p:blipFill>
              <a:blip r:embed="rId12"/>
              <a:stretch>
                <a:fillRect/>
              </a:stretch>
            </p:blipFill>
            <p:spPr>
              <a:xfrm>
                <a:off x="6927214" y="2706699"/>
                <a:ext cx="2230560" cy="12600"/>
              </a:xfrm>
              <a:prstGeom prst="rect">
                <a:avLst/>
              </a:prstGeom>
            </p:spPr>
          </p:pic>
        </mc:Fallback>
      </mc:AlternateContent>
    </p:spTree>
    <p:extLst>
      <p:ext uri="{BB962C8B-B14F-4D97-AF65-F5344CB8AC3E}">
        <p14:creationId xmlns:p14="http://schemas.microsoft.com/office/powerpoint/2010/main" val="2172621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EE60BF-D4CD-3296-9AFC-D6B8A7427505}"/>
              </a:ext>
            </a:extLst>
          </p:cNvPr>
          <p:cNvSpPr>
            <a:spLocks noGrp="1"/>
          </p:cNvSpPr>
          <p:nvPr>
            <p:ph type="title"/>
          </p:nvPr>
        </p:nvSpPr>
        <p:spPr>
          <a:xfrm>
            <a:off x="586478" y="1683756"/>
            <a:ext cx="3115265" cy="2396359"/>
          </a:xfrm>
        </p:spPr>
        <p:txBody>
          <a:bodyPr anchor="b">
            <a:normAutofit/>
          </a:bodyPr>
          <a:lstStyle/>
          <a:p>
            <a:pPr algn="r"/>
            <a:r>
              <a:rPr lang="en-US" sz="3100" dirty="0">
                <a:solidFill>
                  <a:srgbClr val="FFFFFF"/>
                </a:solidFill>
              </a:rPr>
              <a:t>Database ERD (Entity-Relationship Diagram) Terminology</a:t>
            </a:r>
          </a:p>
        </p:txBody>
      </p:sp>
      <p:graphicFrame>
        <p:nvGraphicFramePr>
          <p:cNvPr id="22" name="Content Placeholder 2">
            <a:extLst>
              <a:ext uri="{FF2B5EF4-FFF2-40B4-BE49-F238E27FC236}">
                <a16:creationId xmlns:a16="http://schemas.microsoft.com/office/drawing/2014/main" id="{49B7661C-D55D-52BA-FE88-F2F813EF5C69}"/>
              </a:ext>
            </a:extLst>
          </p:cNvPr>
          <p:cNvGraphicFramePr>
            <a:graphicFrameLocks noGrp="1"/>
          </p:cNvGraphicFramePr>
          <p:nvPr>
            <p:ph idx="1"/>
            <p:extLst>
              <p:ext uri="{D42A27DB-BD31-4B8C-83A1-F6EECF244321}">
                <p14:modId xmlns:p14="http://schemas.microsoft.com/office/powerpoint/2010/main" val="292859439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8189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B625EC-0632-C313-DB7E-9EC2C45AF30B}"/>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Database ERD (Entity-Relationship Diagram)</a:t>
            </a:r>
          </a:p>
        </p:txBody>
      </p:sp>
      <p:pic>
        <p:nvPicPr>
          <p:cNvPr id="4" name="Content Placeholder 3">
            <a:extLst>
              <a:ext uri="{FF2B5EF4-FFF2-40B4-BE49-F238E27FC236}">
                <a16:creationId xmlns:a16="http://schemas.microsoft.com/office/drawing/2014/main" id="{3F5AE260-A7AA-E8B4-8635-3F5EAC3E858B}"/>
              </a:ext>
            </a:extLst>
          </p:cNvPr>
          <p:cNvPicPr>
            <a:picLocks noGrp="1" noChangeAspect="1"/>
          </p:cNvPicPr>
          <p:nvPr>
            <p:ph idx="1"/>
          </p:nvPr>
        </p:nvPicPr>
        <p:blipFill>
          <a:blip r:embed="rId2"/>
          <a:stretch>
            <a:fillRect/>
          </a:stretch>
        </p:blipFill>
        <p:spPr>
          <a:xfrm>
            <a:off x="4620562" y="467208"/>
            <a:ext cx="6989479" cy="5923584"/>
          </a:xfrm>
          <a:prstGeom prst="rect">
            <a:avLst/>
          </a:prstGeom>
        </p:spPr>
      </p:pic>
    </p:spTree>
    <p:extLst>
      <p:ext uri="{BB962C8B-B14F-4D97-AF65-F5344CB8AC3E}">
        <p14:creationId xmlns:p14="http://schemas.microsoft.com/office/powerpoint/2010/main" val="3924125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5CF98-CFD7-8BE6-081D-5FACD25292E3}"/>
              </a:ext>
            </a:extLst>
          </p:cNvPr>
          <p:cNvSpPr>
            <a:spLocks noGrp="1"/>
          </p:cNvSpPr>
          <p:nvPr>
            <p:ph type="title"/>
          </p:nvPr>
        </p:nvSpPr>
        <p:spPr>
          <a:xfrm>
            <a:off x="1136397" y="502021"/>
            <a:ext cx="4959603" cy="1642969"/>
          </a:xfrm>
        </p:spPr>
        <p:txBody>
          <a:bodyPr anchor="b">
            <a:normAutofit/>
          </a:bodyPr>
          <a:lstStyle/>
          <a:p>
            <a:r>
              <a:rPr lang="en-US" sz="3700"/>
              <a:t>Database ERD &amp; Implementation Breakdown</a:t>
            </a:r>
            <a:endParaRPr lang="en-US" sz="3700" dirty="0"/>
          </a:p>
        </p:txBody>
      </p:sp>
      <p:sp>
        <p:nvSpPr>
          <p:cNvPr id="3" name="Content Placeholder 2">
            <a:extLst>
              <a:ext uri="{FF2B5EF4-FFF2-40B4-BE49-F238E27FC236}">
                <a16:creationId xmlns:a16="http://schemas.microsoft.com/office/drawing/2014/main" id="{48A8FDF2-2256-1B27-E17F-019BA947ECC3}"/>
              </a:ext>
            </a:extLst>
          </p:cNvPr>
          <p:cNvSpPr>
            <a:spLocks noGrp="1"/>
          </p:cNvSpPr>
          <p:nvPr>
            <p:ph idx="1"/>
          </p:nvPr>
        </p:nvSpPr>
        <p:spPr>
          <a:xfrm>
            <a:off x="1136397" y="2418408"/>
            <a:ext cx="4959603" cy="3522569"/>
          </a:xfrm>
        </p:spPr>
        <p:txBody>
          <a:bodyPr anchor="t">
            <a:normAutofit/>
          </a:bodyPr>
          <a:lstStyle/>
          <a:p>
            <a:r>
              <a:rPr lang="en-US" sz="2000"/>
              <a:t>With the ERD created:</a:t>
            </a:r>
          </a:p>
          <a:p>
            <a:pPr lvl="1"/>
            <a:r>
              <a:rPr lang="en-US" sz="2000"/>
              <a:t>It is defined that users can place transactions.</a:t>
            </a:r>
          </a:p>
          <a:p>
            <a:pPr lvl="1"/>
            <a:r>
              <a:rPr lang="en-US" sz="2000"/>
              <a:t>Transactions contain transaction items.</a:t>
            </a:r>
          </a:p>
          <a:p>
            <a:pPr lvl="1"/>
            <a:r>
              <a:rPr lang="en-US" sz="2000"/>
              <a:t>Products have inventory and reviews.</a:t>
            </a:r>
          </a:p>
          <a:p>
            <a:r>
              <a:rPr lang="en-US" sz="2000"/>
              <a:t>With the Implementation of the database:</a:t>
            </a:r>
          </a:p>
          <a:p>
            <a:endParaRPr lang="en-US" sz="2000"/>
          </a:p>
        </p:txBody>
      </p:sp>
      <p:sp>
        <p:nvSpPr>
          <p:cNvPr id="49" name="Rectangle 48">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B45039B1-251D-BB80-CD41-BB4DA0E3ACB6}"/>
              </a:ext>
            </a:extLst>
          </p:cNvPr>
          <p:cNvGraphicFramePr>
            <a:graphicFrameLocks noGrp="1"/>
          </p:cNvGraphicFramePr>
          <p:nvPr>
            <p:extLst>
              <p:ext uri="{D42A27DB-BD31-4B8C-83A1-F6EECF244321}">
                <p14:modId xmlns:p14="http://schemas.microsoft.com/office/powerpoint/2010/main" val="1355298043"/>
              </p:ext>
            </p:extLst>
          </p:nvPr>
        </p:nvGraphicFramePr>
        <p:xfrm>
          <a:off x="6703767" y="489118"/>
          <a:ext cx="4818373" cy="5466012"/>
        </p:xfrm>
        <a:graphic>
          <a:graphicData uri="http://schemas.openxmlformats.org/drawingml/2006/table">
            <a:tbl>
              <a:tblPr firstRow="1" bandRow="1">
                <a:tableStyleId>{5C22544A-7EE6-4342-B048-85BDC9FD1C3A}</a:tableStyleId>
              </a:tblPr>
              <a:tblGrid>
                <a:gridCol w="2414677">
                  <a:extLst>
                    <a:ext uri="{9D8B030D-6E8A-4147-A177-3AD203B41FA5}">
                      <a16:colId xmlns:a16="http://schemas.microsoft.com/office/drawing/2014/main" val="3588377106"/>
                    </a:ext>
                  </a:extLst>
                </a:gridCol>
                <a:gridCol w="2403696">
                  <a:extLst>
                    <a:ext uri="{9D8B030D-6E8A-4147-A177-3AD203B41FA5}">
                      <a16:colId xmlns:a16="http://schemas.microsoft.com/office/drawing/2014/main" val="2765771923"/>
                    </a:ext>
                  </a:extLst>
                </a:gridCol>
              </a:tblGrid>
              <a:tr h="463926">
                <a:tc>
                  <a:txBody>
                    <a:bodyPr/>
                    <a:lstStyle/>
                    <a:p>
                      <a:r>
                        <a:rPr lang="en-US" sz="2100"/>
                        <a:t>Table</a:t>
                      </a:r>
                    </a:p>
                  </a:txBody>
                  <a:tcPr marL="104734" marR="104734" marT="52368" marB="52368"/>
                </a:tc>
                <a:tc>
                  <a:txBody>
                    <a:bodyPr/>
                    <a:lstStyle/>
                    <a:p>
                      <a:r>
                        <a:rPr lang="en-US" sz="2100"/>
                        <a:t>Purpose</a:t>
                      </a:r>
                    </a:p>
                  </a:txBody>
                  <a:tcPr marL="104734" marR="104734" marT="52368" marB="52368"/>
                </a:tc>
                <a:extLst>
                  <a:ext uri="{0D108BD9-81ED-4DB2-BD59-A6C34878D82A}">
                    <a16:rowId xmlns:a16="http://schemas.microsoft.com/office/drawing/2014/main" val="1858626758"/>
                  </a:ext>
                </a:extLst>
              </a:tr>
              <a:tr h="1097791">
                <a:tc>
                  <a:txBody>
                    <a:bodyPr/>
                    <a:lstStyle/>
                    <a:p>
                      <a:r>
                        <a:rPr lang="en-US" sz="2100"/>
                        <a:t>User</a:t>
                      </a:r>
                    </a:p>
                  </a:txBody>
                  <a:tcPr marL="104734" marR="104734" marT="52368" marB="52368"/>
                </a:tc>
                <a:tc>
                  <a:txBody>
                    <a:bodyPr/>
                    <a:lstStyle/>
                    <a:p>
                      <a:r>
                        <a:rPr lang="en-US" sz="2100"/>
                        <a:t>Stores customer accounts and information</a:t>
                      </a:r>
                    </a:p>
                  </a:txBody>
                  <a:tcPr marL="104734" marR="104734" marT="52368" marB="52368"/>
                </a:tc>
                <a:extLst>
                  <a:ext uri="{0D108BD9-81ED-4DB2-BD59-A6C34878D82A}">
                    <a16:rowId xmlns:a16="http://schemas.microsoft.com/office/drawing/2014/main" val="1990835660"/>
                  </a:ext>
                </a:extLst>
              </a:tr>
              <a:tr h="780859">
                <a:tc>
                  <a:txBody>
                    <a:bodyPr/>
                    <a:lstStyle/>
                    <a:p>
                      <a:r>
                        <a:rPr lang="en-US" sz="2100"/>
                        <a:t>Product</a:t>
                      </a:r>
                    </a:p>
                  </a:txBody>
                  <a:tcPr marL="104734" marR="104734" marT="52368" marB="52368"/>
                </a:tc>
                <a:tc>
                  <a:txBody>
                    <a:bodyPr/>
                    <a:lstStyle/>
                    <a:p>
                      <a:r>
                        <a:rPr lang="en-US" sz="2100"/>
                        <a:t>Stores product details</a:t>
                      </a:r>
                    </a:p>
                  </a:txBody>
                  <a:tcPr marL="104734" marR="104734" marT="52368" marB="52368"/>
                </a:tc>
                <a:extLst>
                  <a:ext uri="{0D108BD9-81ED-4DB2-BD59-A6C34878D82A}">
                    <a16:rowId xmlns:a16="http://schemas.microsoft.com/office/drawing/2014/main" val="139599872"/>
                  </a:ext>
                </a:extLst>
              </a:tr>
              <a:tr h="780859">
                <a:tc>
                  <a:txBody>
                    <a:bodyPr/>
                    <a:lstStyle/>
                    <a:p>
                      <a:r>
                        <a:rPr lang="en-US" sz="2100"/>
                        <a:t>Inventory</a:t>
                      </a:r>
                    </a:p>
                  </a:txBody>
                  <a:tcPr marL="104734" marR="104734" marT="52368" marB="52368"/>
                </a:tc>
                <a:tc>
                  <a:txBody>
                    <a:bodyPr/>
                    <a:lstStyle/>
                    <a:p>
                      <a:r>
                        <a:rPr lang="en-US" sz="2100"/>
                        <a:t>Tracks product stock</a:t>
                      </a:r>
                    </a:p>
                  </a:txBody>
                  <a:tcPr marL="104734" marR="104734" marT="52368" marB="52368"/>
                </a:tc>
                <a:extLst>
                  <a:ext uri="{0D108BD9-81ED-4DB2-BD59-A6C34878D82A}">
                    <a16:rowId xmlns:a16="http://schemas.microsoft.com/office/drawing/2014/main" val="2584779329"/>
                  </a:ext>
                </a:extLst>
              </a:tr>
              <a:tr h="780859">
                <a:tc>
                  <a:txBody>
                    <a:bodyPr/>
                    <a:lstStyle/>
                    <a:p>
                      <a:r>
                        <a:rPr lang="en-US" sz="2100"/>
                        <a:t>Transaction</a:t>
                      </a:r>
                    </a:p>
                  </a:txBody>
                  <a:tcPr marL="104734" marR="104734" marT="52368" marB="52368"/>
                </a:tc>
                <a:tc>
                  <a:txBody>
                    <a:bodyPr/>
                    <a:lstStyle/>
                    <a:p>
                      <a:r>
                        <a:rPr lang="en-US" sz="2100"/>
                        <a:t>Stores customer orders</a:t>
                      </a:r>
                    </a:p>
                  </a:txBody>
                  <a:tcPr marL="104734" marR="104734" marT="52368" marB="52368"/>
                </a:tc>
                <a:extLst>
                  <a:ext uri="{0D108BD9-81ED-4DB2-BD59-A6C34878D82A}">
                    <a16:rowId xmlns:a16="http://schemas.microsoft.com/office/drawing/2014/main" val="3834734059"/>
                  </a:ext>
                </a:extLst>
              </a:tr>
              <a:tr h="780859">
                <a:tc>
                  <a:txBody>
                    <a:bodyPr/>
                    <a:lstStyle/>
                    <a:p>
                      <a:r>
                        <a:rPr lang="en-US" sz="2100"/>
                        <a:t>Transaction_Item</a:t>
                      </a:r>
                    </a:p>
                  </a:txBody>
                  <a:tcPr marL="104734" marR="104734" marT="52368" marB="52368"/>
                </a:tc>
                <a:tc>
                  <a:txBody>
                    <a:bodyPr/>
                    <a:lstStyle/>
                    <a:p>
                      <a:r>
                        <a:rPr lang="en-US" sz="2100"/>
                        <a:t>Stores products inside each order</a:t>
                      </a:r>
                    </a:p>
                  </a:txBody>
                  <a:tcPr marL="104734" marR="104734" marT="52368" marB="52368"/>
                </a:tc>
                <a:extLst>
                  <a:ext uri="{0D108BD9-81ED-4DB2-BD59-A6C34878D82A}">
                    <a16:rowId xmlns:a16="http://schemas.microsoft.com/office/drawing/2014/main" val="1091072855"/>
                  </a:ext>
                </a:extLst>
              </a:tr>
              <a:tr h="780859">
                <a:tc>
                  <a:txBody>
                    <a:bodyPr/>
                    <a:lstStyle/>
                    <a:p>
                      <a:r>
                        <a:rPr lang="en-US" sz="2100"/>
                        <a:t>Review</a:t>
                      </a:r>
                    </a:p>
                  </a:txBody>
                  <a:tcPr marL="104734" marR="104734" marT="52368" marB="52368"/>
                </a:tc>
                <a:tc>
                  <a:txBody>
                    <a:bodyPr/>
                    <a:lstStyle/>
                    <a:p>
                      <a:r>
                        <a:rPr lang="en-US" sz="2100"/>
                        <a:t>Stores product reviews</a:t>
                      </a:r>
                    </a:p>
                  </a:txBody>
                  <a:tcPr marL="104734" marR="104734" marT="52368" marB="52368"/>
                </a:tc>
                <a:extLst>
                  <a:ext uri="{0D108BD9-81ED-4DB2-BD59-A6C34878D82A}">
                    <a16:rowId xmlns:a16="http://schemas.microsoft.com/office/drawing/2014/main" val="26252854"/>
                  </a:ext>
                </a:extLst>
              </a:tr>
            </a:tbl>
          </a:graphicData>
        </a:graphic>
      </p:graphicFrame>
    </p:spTree>
    <p:extLst>
      <p:ext uri="{BB962C8B-B14F-4D97-AF65-F5344CB8AC3E}">
        <p14:creationId xmlns:p14="http://schemas.microsoft.com/office/powerpoint/2010/main" val="1969295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B561D01-57CC-E7AE-8D23-51043461B609}"/>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100" kern="1200">
                <a:solidFill>
                  <a:srgbClr val="FFFFFF"/>
                </a:solidFill>
                <a:latin typeface="+mj-lt"/>
                <a:ea typeface="+mj-ea"/>
                <a:cs typeface="+mj-cs"/>
              </a:rPr>
              <a:t>SQL Database Implementation</a:t>
            </a:r>
          </a:p>
        </p:txBody>
      </p:sp>
      <p:pic>
        <p:nvPicPr>
          <p:cNvPr id="5" name="Content Placeholder 4">
            <a:extLst>
              <a:ext uri="{FF2B5EF4-FFF2-40B4-BE49-F238E27FC236}">
                <a16:creationId xmlns:a16="http://schemas.microsoft.com/office/drawing/2014/main" id="{2C213487-C765-F080-EA17-06061ED16B44}"/>
              </a:ext>
            </a:extLst>
          </p:cNvPr>
          <p:cNvPicPr>
            <a:picLocks noGrp="1" noChangeAspect="1"/>
          </p:cNvPicPr>
          <p:nvPr>
            <p:ph idx="1"/>
          </p:nvPr>
        </p:nvPicPr>
        <p:blipFill>
          <a:blip r:embed="rId2"/>
          <a:stretch>
            <a:fillRect/>
          </a:stretch>
        </p:blipFill>
        <p:spPr>
          <a:xfrm>
            <a:off x="4502428" y="2028090"/>
            <a:ext cx="7225748" cy="2801820"/>
          </a:xfrm>
          <a:prstGeom prst="rect">
            <a:avLst/>
          </a:prstGeom>
        </p:spPr>
      </p:pic>
    </p:spTree>
    <p:extLst>
      <p:ext uri="{BB962C8B-B14F-4D97-AF65-F5344CB8AC3E}">
        <p14:creationId xmlns:p14="http://schemas.microsoft.com/office/powerpoint/2010/main" val="4228893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3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1BCF831-A486-46F9-F860-F09924919884}"/>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100" kern="1200">
                <a:solidFill>
                  <a:srgbClr val="FFFFFF"/>
                </a:solidFill>
                <a:latin typeface="+mj-lt"/>
                <a:ea typeface="+mj-ea"/>
                <a:cs typeface="+mj-cs"/>
              </a:rPr>
              <a:t>SQL Database Implementation</a:t>
            </a:r>
          </a:p>
        </p:txBody>
      </p:sp>
      <p:pic>
        <p:nvPicPr>
          <p:cNvPr id="5" name="Content Placeholder 4">
            <a:extLst>
              <a:ext uri="{FF2B5EF4-FFF2-40B4-BE49-F238E27FC236}">
                <a16:creationId xmlns:a16="http://schemas.microsoft.com/office/drawing/2014/main" id="{8DB6967E-DC1D-2C23-BAAA-846C747081ED}"/>
              </a:ext>
            </a:extLst>
          </p:cNvPr>
          <p:cNvPicPr>
            <a:picLocks noGrp="1" noChangeAspect="1"/>
          </p:cNvPicPr>
          <p:nvPr>
            <p:ph idx="1"/>
          </p:nvPr>
        </p:nvPicPr>
        <p:blipFill>
          <a:blip r:embed="rId2"/>
          <a:stretch>
            <a:fillRect/>
          </a:stretch>
        </p:blipFill>
        <p:spPr>
          <a:xfrm>
            <a:off x="6097378" y="467208"/>
            <a:ext cx="4035847" cy="5923584"/>
          </a:xfrm>
          <a:prstGeom prst="rect">
            <a:avLst/>
          </a:prstGeom>
        </p:spPr>
      </p:pic>
    </p:spTree>
    <p:extLst>
      <p:ext uri="{BB962C8B-B14F-4D97-AF65-F5344CB8AC3E}">
        <p14:creationId xmlns:p14="http://schemas.microsoft.com/office/powerpoint/2010/main" val="1448368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79E26C-FBA1-5DDF-7081-CA8CD7060E30}"/>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Queries Used to Generate Information</a:t>
            </a:r>
          </a:p>
        </p:txBody>
      </p:sp>
      <p:sp>
        <p:nvSpPr>
          <p:cNvPr id="3" name="Content Placeholder 2">
            <a:extLst>
              <a:ext uri="{FF2B5EF4-FFF2-40B4-BE49-F238E27FC236}">
                <a16:creationId xmlns:a16="http://schemas.microsoft.com/office/drawing/2014/main" id="{DE8B69AB-DE6B-A906-6E5A-D60CBB99C6BB}"/>
              </a:ext>
            </a:extLst>
          </p:cNvPr>
          <p:cNvSpPr>
            <a:spLocks noGrp="1"/>
          </p:cNvSpPr>
          <p:nvPr>
            <p:ph idx="1"/>
          </p:nvPr>
        </p:nvSpPr>
        <p:spPr>
          <a:xfrm>
            <a:off x="4810259" y="649480"/>
            <a:ext cx="6555347" cy="5546047"/>
          </a:xfrm>
        </p:spPr>
        <p:txBody>
          <a:bodyPr anchor="ctr">
            <a:normAutofit/>
          </a:bodyPr>
          <a:lstStyle/>
          <a:p>
            <a:r>
              <a:rPr lang="en-US" sz="2000" dirty="0"/>
              <a:t>Given that this is a demonstration, AI was used to generate majority of the data insertion to the database to create visualizations in Tableau. But before I could do that, the following queries were needed.</a:t>
            </a:r>
          </a:p>
        </p:txBody>
      </p:sp>
    </p:spTree>
    <p:extLst>
      <p:ext uri="{BB962C8B-B14F-4D97-AF65-F5344CB8AC3E}">
        <p14:creationId xmlns:p14="http://schemas.microsoft.com/office/powerpoint/2010/main" val="4188368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40FE17D-BB6E-7C76-54B1-1D5C4AB9C7A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Queries</a:t>
            </a:r>
          </a:p>
        </p:txBody>
      </p:sp>
      <p:pic>
        <p:nvPicPr>
          <p:cNvPr id="5" name="Content Placeholder 4">
            <a:extLst>
              <a:ext uri="{FF2B5EF4-FFF2-40B4-BE49-F238E27FC236}">
                <a16:creationId xmlns:a16="http://schemas.microsoft.com/office/drawing/2014/main" id="{0F97B7A2-FBFC-0739-10BD-34567ADB06F4}"/>
              </a:ext>
            </a:extLst>
          </p:cNvPr>
          <p:cNvPicPr>
            <a:picLocks noGrp="1" noChangeAspect="1"/>
          </p:cNvPicPr>
          <p:nvPr>
            <p:ph idx="1"/>
          </p:nvPr>
        </p:nvPicPr>
        <p:blipFill>
          <a:blip r:embed="rId3"/>
          <a:stretch>
            <a:fillRect/>
          </a:stretch>
        </p:blipFill>
        <p:spPr>
          <a:xfrm>
            <a:off x="5864133" y="467208"/>
            <a:ext cx="4502338" cy="5923584"/>
          </a:xfrm>
          <a:prstGeom prst="rect">
            <a:avLst/>
          </a:prstGeom>
        </p:spPr>
      </p:pic>
    </p:spTree>
    <p:extLst>
      <p:ext uri="{BB962C8B-B14F-4D97-AF65-F5344CB8AC3E}">
        <p14:creationId xmlns:p14="http://schemas.microsoft.com/office/powerpoint/2010/main" val="2987345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2E749F6-256C-EC07-1B1B-B5D321DCF90A}"/>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Dashboard Questions</a:t>
            </a:r>
          </a:p>
        </p:txBody>
      </p:sp>
      <p:sp>
        <p:nvSpPr>
          <p:cNvPr id="3" name="Content Placeholder 2">
            <a:extLst>
              <a:ext uri="{FF2B5EF4-FFF2-40B4-BE49-F238E27FC236}">
                <a16:creationId xmlns:a16="http://schemas.microsoft.com/office/drawing/2014/main" id="{DC95DCD0-5A11-19FA-0462-DE4B6EF62F05}"/>
              </a:ext>
            </a:extLst>
          </p:cNvPr>
          <p:cNvSpPr>
            <a:spLocks noGrp="1"/>
          </p:cNvSpPr>
          <p:nvPr>
            <p:ph idx="1"/>
          </p:nvPr>
        </p:nvSpPr>
        <p:spPr>
          <a:xfrm>
            <a:off x="6503158" y="649480"/>
            <a:ext cx="4862447" cy="5546047"/>
          </a:xfrm>
        </p:spPr>
        <p:txBody>
          <a:bodyPr anchor="ctr">
            <a:normAutofit/>
          </a:bodyPr>
          <a:lstStyle/>
          <a:p>
            <a:r>
              <a:rPr lang="en-US" sz="2000"/>
              <a:t>Current inventory</a:t>
            </a:r>
          </a:p>
          <a:p>
            <a:r>
              <a:rPr lang="en-US" sz="2000"/>
              <a:t>Low stock products</a:t>
            </a:r>
          </a:p>
          <a:p>
            <a:r>
              <a:rPr lang="en-US" sz="2000"/>
              <a:t>Most popular products</a:t>
            </a:r>
          </a:p>
          <a:p>
            <a:r>
              <a:rPr lang="en-US" sz="2000"/>
              <a:t>Least popular products</a:t>
            </a:r>
          </a:p>
          <a:p>
            <a:r>
              <a:rPr lang="en-US" sz="2000"/>
              <a:t>Inactive users </a:t>
            </a:r>
          </a:p>
          <a:p>
            <a:r>
              <a:rPr lang="en-US" sz="2000"/>
              <a:t>Purchases by inactive users</a:t>
            </a:r>
          </a:p>
          <a:p>
            <a:r>
              <a:rPr lang="en-US" sz="2000"/>
              <a:t>Newest product</a:t>
            </a:r>
          </a:p>
          <a:p>
            <a:r>
              <a:rPr lang="en-US" sz="2000"/>
              <a:t>Best performing categories</a:t>
            </a:r>
          </a:p>
        </p:txBody>
      </p:sp>
    </p:spTree>
    <p:extLst>
      <p:ext uri="{BB962C8B-B14F-4D97-AF65-F5344CB8AC3E}">
        <p14:creationId xmlns:p14="http://schemas.microsoft.com/office/powerpoint/2010/main" val="385698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5F8293-B74E-52EA-A573-B8B39AAE0890}"/>
              </a:ext>
            </a:extLst>
          </p:cNvPr>
          <p:cNvSpPr>
            <a:spLocks noGrp="1"/>
          </p:cNvSpPr>
          <p:nvPr>
            <p:ph type="title"/>
          </p:nvPr>
        </p:nvSpPr>
        <p:spPr>
          <a:xfrm>
            <a:off x="1371599" y="5510253"/>
            <a:ext cx="9895951" cy="1033669"/>
          </a:xfrm>
        </p:spPr>
        <p:txBody>
          <a:bodyPr vert="horz" lIns="91440" tIns="45720" rIns="91440" bIns="45720" rtlCol="0" anchor="ctr">
            <a:normAutofit/>
          </a:bodyPr>
          <a:lstStyle/>
          <a:p>
            <a:r>
              <a:rPr lang="en-US" sz="4000" kern="1200">
                <a:solidFill>
                  <a:srgbClr val="FFFFFF"/>
                </a:solidFill>
                <a:latin typeface="+mj-lt"/>
                <a:ea typeface="+mj-ea"/>
                <a:cs typeface="+mj-cs"/>
              </a:rPr>
              <a:t>Tableau Visualizations in a Dashboard</a:t>
            </a:r>
          </a:p>
        </p:txBody>
      </p:sp>
      <p:pic>
        <p:nvPicPr>
          <p:cNvPr id="5" name="Content Placeholder 4">
            <a:extLst>
              <a:ext uri="{FF2B5EF4-FFF2-40B4-BE49-F238E27FC236}">
                <a16:creationId xmlns:a16="http://schemas.microsoft.com/office/drawing/2014/main" id="{377CCC30-612A-D838-E75E-7FC9752BCA0D}"/>
              </a:ext>
            </a:extLst>
          </p:cNvPr>
          <p:cNvPicPr>
            <a:picLocks noGrp="1" noChangeAspect="1"/>
          </p:cNvPicPr>
          <p:nvPr>
            <p:ph idx="1"/>
          </p:nvPr>
        </p:nvPicPr>
        <p:blipFill>
          <a:blip r:embed="rId2"/>
          <a:stretch>
            <a:fillRect/>
          </a:stretch>
        </p:blipFill>
        <p:spPr>
          <a:xfrm>
            <a:off x="3159677" y="402570"/>
            <a:ext cx="5872645" cy="3215273"/>
          </a:xfrm>
          <a:prstGeom prst="rect">
            <a:avLst/>
          </a:prstGeom>
        </p:spPr>
      </p:pic>
      <p:sp>
        <p:nvSpPr>
          <p:cNvPr id="3" name="TextBox 2">
            <a:extLst>
              <a:ext uri="{FF2B5EF4-FFF2-40B4-BE49-F238E27FC236}">
                <a16:creationId xmlns:a16="http://schemas.microsoft.com/office/drawing/2014/main" id="{703A94C8-CDDB-2828-670F-0B7B8D7CA88C}"/>
              </a:ext>
            </a:extLst>
          </p:cNvPr>
          <p:cNvSpPr txBox="1"/>
          <p:nvPr/>
        </p:nvSpPr>
        <p:spPr>
          <a:xfrm>
            <a:off x="1940256" y="3833199"/>
            <a:ext cx="8332826" cy="1119982"/>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t>Shows product sales and inventory status.</a:t>
            </a:r>
          </a:p>
          <a:p>
            <a:pPr indent="-228600">
              <a:lnSpc>
                <a:spcPct val="90000"/>
              </a:lnSpc>
              <a:spcAft>
                <a:spcPts val="600"/>
              </a:spcAft>
              <a:buFont typeface="Arial" panose="020B0604020202020204" pitchFamily="34" charset="0"/>
              <a:buChar char="•"/>
            </a:pPr>
            <a:r>
              <a:rPr lang="en-US" sz="2000"/>
              <a:t>Highlights low-stock items</a:t>
            </a:r>
          </a:p>
          <a:p>
            <a:pPr indent="-228600">
              <a:lnSpc>
                <a:spcPct val="90000"/>
              </a:lnSpc>
              <a:spcAft>
                <a:spcPts val="600"/>
              </a:spcAft>
              <a:buFont typeface="Arial" panose="020B0604020202020204" pitchFamily="34" charset="0"/>
              <a:buChar char="•"/>
            </a:pPr>
            <a:r>
              <a:rPr lang="en-US" sz="2000"/>
              <a:t>Compares category performance.</a:t>
            </a:r>
          </a:p>
        </p:txBody>
      </p:sp>
    </p:spTree>
    <p:extLst>
      <p:ext uri="{BB962C8B-B14F-4D97-AF65-F5344CB8AC3E}">
        <p14:creationId xmlns:p14="http://schemas.microsoft.com/office/powerpoint/2010/main" val="3389968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a:extLst>
              <a:ext uri="{FF2B5EF4-FFF2-40B4-BE49-F238E27FC236}">
                <a16:creationId xmlns:a16="http://schemas.microsoft.com/office/drawing/2014/main" id="{F749756C-59E6-6222-DF48-23D786B0C658}"/>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Demonstration of the Dashboard</a:t>
            </a:r>
          </a:p>
        </p:txBody>
      </p:sp>
    </p:spTree>
    <p:extLst>
      <p:ext uri="{BB962C8B-B14F-4D97-AF65-F5344CB8AC3E}">
        <p14:creationId xmlns:p14="http://schemas.microsoft.com/office/powerpoint/2010/main" val="4214236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4C74EA-D905-403A-A968-210F138C1762}"/>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Conclusion</a:t>
            </a:r>
          </a:p>
        </p:txBody>
      </p:sp>
      <p:sp>
        <p:nvSpPr>
          <p:cNvPr id="3" name="Content Placeholder 2">
            <a:extLst>
              <a:ext uri="{FF2B5EF4-FFF2-40B4-BE49-F238E27FC236}">
                <a16:creationId xmlns:a16="http://schemas.microsoft.com/office/drawing/2014/main" id="{8AC0EA77-54B4-2AFB-1891-F3BF1BA21C80}"/>
              </a:ext>
            </a:extLst>
          </p:cNvPr>
          <p:cNvSpPr>
            <a:spLocks noGrp="1"/>
          </p:cNvSpPr>
          <p:nvPr>
            <p:ph idx="1"/>
          </p:nvPr>
        </p:nvSpPr>
        <p:spPr>
          <a:xfrm>
            <a:off x="4810259" y="649480"/>
            <a:ext cx="6555347" cy="5546047"/>
          </a:xfrm>
        </p:spPr>
        <p:txBody>
          <a:bodyPr anchor="ctr">
            <a:normAutofit/>
          </a:bodyPr>
          <a:lstStyle/>
          <a:p>
            <a:r>
              <a:rPr lang="en-US" sz="2000" dirty="0"/>
              <a:t>This project showed the full database process: designing an ERD, building the database in SQL, adding sample data, running queries, and visualizing the results in Tableau into a Dashboard.</a:t>
            </a:r>
          </a:p>
          <a:p>
            <a:r>
              <a:rPr lang="en-US" sz="2000" dirty="0"/>
              <a:t>Overall:</a:t>
            </a:r>
          </a:p>
          <a:p>
            <a:pPr lvl="1"/>
            <a:r>
              <a:rPr lang="en-US" sz="2000" dirty="0"/>
              <a:t>The ERD was the plan</a:t>
            </a:r>
          </a:p>
          <a:p>
            <a:pPr lvl="1"/>
            <a:r>
              <a:rPr lang="en-US" sz="2000" dirty="0"/>
              <a:t>SQL was the build</a:t>
            </a:r>
          </a:p>
          <a:p>
            <a:pPr lvl="1"/>
            <a:r>
              <a:rPr lang="en-US" sz="2000" dirty="0"/>
              <a:t>Tableau was the visual summary</a:t>
            </a:r>
          </a:p>
          <a:p>
            <a:r>
              <a:rPr lang="en-US" sz="2000" dirty="0"/>
              <a:t>This concludes my presentation. Thank you for watching this presentation!</a:t>
            </a:r>
          </a:p>
        </p:txBody>
      </p:sp>
    </p:spTree>
    <p:extLst>
      <p:ext uri="{BB962C8B-B14F-4D97-AF65-F5344CB8AC3E}">
        <p14:creationId xmlns:p14="http://schemas.microsoft.com/office/powerpoint/2010/main" val="2240625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351</Words>
  <Application>Microsoft Office PowerPoint</Application>
  <PresentationFormat>Widescreen</PresentationFormat>
  <Paragraphs>65</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E-COMMERCE DATABASE PRESENTATION </vt:lpstr>
      <vt:lpstr>INTRODUCTION</vt:lpstr>
      <vt:lpstr>Database ERD (Entity-Relationship Diagram) Terminology</vt:lpstr>
      <vt:lpstr>Database ERD (Entity-Relationship Diagram) Terminology</vt:lpstr>
      <vt:lpstr>Database ERD (Entity-Relationship Diagram)</vt:lpstr>
      <vt:lpstr>Database ERD &amp; Implementation Breakdown</vt:lpstr>
      <vt:lpstr>SQL Database Implementation</vt:lpstr>
      <vt:lpstr>SQL Database Implementation</vt:lpstr>
      <vt:lpstr>Queries Used to Generate Information</vt:lpstr>
      <vt:lpstr>Queries</vt:lpstr>
      <vt:lpstr>Dashboard Questions</vt:lpstr>
      <vt:lpstr>Tableau Visualizations in a Dashboard</vt:lpstr>
      <vt:lpstr>Demonstration of the Dashboard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Abdirahman Ali</dc:creator>
  <cp:lastModifiedBy>Abdirahman Ali</cp:lastModifiedBy>
  <cp:revision>1</cp:revision>
  <dcterms:created xsi:type="dcterms:W3CDTF">2026-06-16T19:33:20Z</dcterms:created>
  <dcterms:modified xsi:type="dcterms:W3CDTF">2026-06-16T21:03:55Z</dcterms:modified>
</cp:coreProperties>
</file>